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sldIdLst>
    <p:sldId id="273" r:id="rId5"/>
    <p:sldId id="274" r:id="rId6"/>
    <p:sldId id="275" r:id="rId7"/>
    <p:sldId id="276" r:id="rId8"/>
    <p:sldId id="277" r:id="rId9"/>
    <p:sldId id="278" r:id="rId10"/>
    <p:sldId id="279" r:id="rId11"/>
    <p:sldId id="280" r:id="rId12"/>
    <p:sldId id="281" r:id="rId13"/>
    <p:sldId id="28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snapToObjects="1">
      <p:cViewPr varScale="1">
        <p:scale>
          <a:sx n="100" d="100"/>
          <a:sy n="100" d="100"/>
        </p:scale>
        <p:origin x="96"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69326-70C9-6C47-8981-D033506BECD1}"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0BA2C7-06B3-2A4E-A5BA-50A480BB457E}" type="slidenum">
              <a:rPr lang="en-US" smtClean="0"/>
              <a:t>‹#›</a:t>
            </a:fld>
            <a:endParaRPr lang="en-US"/>
          </a:p>
        </p:txBody>
      </p:sp>
    </p:spTree>
    <p:extLst>
      <p:ext uri="{BB962C8B-B14F-4D97-AF65-F5344CB8AC3E}">
        <p14:creationId xmlns:p14="http://schemas.microsoft.com/office/powerpoint/2010/main" val="452267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A">
    <p:bg>
      <p:bgPr>
        <a:solidFill>
          <a:schemeClr val="tx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ADB33A1-1C0F-0B41-99C0-F811B3C9C337}"/>
              </a:ext>
            </a:extLst>
          </p:cNvPr>
          <p:cNvPicPr>
            <a:picLocks noChangeAspect="1"/>
          </p:cNvPicPr>
          <p:nvPr userDrawn="1"/>
        </p:nvPicPr>
        <p:blipFill>
          <a:blip r:embed="rId2"/>
          <a:stretch>
            <a:fillRect/>
          </a:stretch>
        </p:blipFill>
        <p:spPr>
          <a:xfrm>
            <a:off x="329616" y="2196388"/>
            <a:ext cx="4903470" cy="1703070"/>
          </a:xfrm>
          <a:prstGeom prst="rect">
            <a:avLst/>
          </a:prstGeom>
        </p:spPr>
      </p:pic>
      <p:cxnSp>
        <p:nvCxnSpPr>
          <p:cNvPr id="8" name="Straight Connector 7">
            <a:extLst>
              <a:ext uri="{FF2B5EF4-FFF2-40B4-BE49-F238E27FC236}">
                <a16:creationId xmlns:a16="http://schemas.microsoft.com/office/drawing/2014/main" id="{1BD6AAA9-1EA3-4A4F-8230-76E28D46C214}"/>
              </a:ext>
            </a:extLst>
          </p:cNvPr>
          <p:cNvCxnSpPr/>
          <p:nvPr userDrawn="1"/>
        </p:nvCxnSpPr>
        <p:spPr>
          <a:xfrm>
            <a:off x="5337546" y="2456121"/>
            <a:ext cx="0" cy="119084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3A490FB-1758-E642-BEC1-6C7F7AC7A77D}"/>
              </a:ext>
            </a:extLst>
          </p:cNvPr>
          <p:cNvSpPr>
            <a:spLocks noGrp="1"/>
          </p:cNvSpPr>
          <p:nvPr>
            <p:ph type="ctrTitle" hasCustomPrompt="1"/>
          </p:nvPr>
        </p:nvSpPr>
        <p:spPr>
          <a:xfrm>
            <a:off x="5720317" y="2514887"/>
            <a:ext cx="4593265" cy="1063256"/>
          </a:xfrm>
        </p:spPr>
        <p:txBody>
          <a:bodyPr anchor="ctr" anchorCtr="0">
            <a:noAutofit/>
          </a:bodyPr>
          <a:lstStyle>
            <a:lvl1pPr algn="l">
              <a:lnSpc>
                <a:spcPct val="100000"/>
              </a:lnSpc>
              <a:defRPr sz="28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Presentation title</a:t>
            </a:r>
          </a:p>
        </p:txBody>
      </p:sp>
    </p:spTree>
    <p:extLst>
      <p:ext uri="{BB962C8B-B14F-4D97-AF65-F5344CB8AC3E}">
        <p14:creationId xmlns:p14="http://schemas.microsoft.com/office/powerpoint/2010/main" val="110945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B">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90FB-1758-E642-BEC1-6C7F7AC7A77D}"/>
              </a:ext>
            </a:extLst>
          </p:cNvPr>
          <p:cNvSpPr>
            <a:spLocks noGrp="1"/>
          </p:cNvSpPr>
          <p:nvPr>
            <p:ph type="ctrTitle" hasCustomPrompt="1"/>
          </p:nvPr>
        </p:nvSpPr>
        <p:spPr>
          <a:xfrm>
            <a:off x="786804" y="2126511"/>
            <a:ext cx="10664457" cy="845289"/>
          </a:xfrm>
        </p:spPr>
        <p:txBody>
          <a:bodyPr lIns="0" anchor="ctr" anchorCtr="0">
            <a:noAutofit/>
          </a:bodyPr>
          <a:lstStyle>
            <a:lvl1pPr algn="l">
              <a:defRPr sz="40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Presentation Title</a:t>
            </a:r>
          </a:p>
        </p:txBody>
      </p:sp>
      <p:pic>
        <p:nvPicPr>
          <p:cNvPr id="4" name="Picture 3">
            <a:extLst>
              <a:ext uri="{FF2B5EF4-FFF2-40B4-BE49-F238E27FC236}">
                <a16:creationId xmlns:a16="http://schemas.microsoft.com/office/drawing/2014/main" id="{051EFF54-9761-9847-BCD7-9E140698841C}"/>
              </a:ext>
            </a:extLst>
          </p:cNvPr>
          <p:cNvPicPr>
            <a:picLocks noChangeAspect="1"/>
          </p:cNvPicPr>
          <p:nvPr userDrawn="1"/>
        </p:nvPicPr>
        <p:blipFill>
          <a:blip r:embed="rId2"/>
          <a:stretch>
            <a:fillRect/>
          </a:stretch>
        </p:blipFill>
        <p:spPr>
          <a:xfrm>
            <a:off x="8234841" y="5396801"/>
            <a:ext cx="3541395" cy="1229995"/>
          </a:xfrm>
          <a:prstGeom prst="rect">
            <a:avLst/>
          </a:prstGeom>
        </p:spPr>
      </p:pic>
      <p:sp>
        <p:nvSpPr>
          <p:cNvPr id="6" name="Text Placeholder 5">
            <a:extLst>
              <a:ext uri="{FF2B5EF4-FFF2-40B4-BE49-F238E27FC236}">
                <a16:creationId xmlns:a16="http://schemas.microsoft.com/office/drawing/2014/main" id="{BACDAFC8-1762-4F47-B956-A9121D881EE6}"/>
              </a:ext>
            </a:extLst>
          </p:cNvPr>
          <p:cNvSpPr>
            <a:spLocks noGrp="1"/>
          </p:cNvSpPr>
          <p:nvPr>
            <p:ph type="body" sz="quarter" idx="10" hasCustomPrompt="1"/>
          </p:nvPr>
        </p:nvSpPr>
        <p:spPr>
          <a:xfrm>
            <a:off x="787400" y="3347720"/>
            <a:ext cx="2606675" cy="422275"/>
          </a:xfrm>
          <a:prstGeom prst="rect">
            <a:avLst/>
          </a:prstGeom>
        </p:spPr>
        <p:txBody>
          <a:bodyPr>
            <a:normAutofit/>
          </a:bodyPr>
          <a:lstStyle>
            <a:lvl1pPr marL="0" indent="0" algn="l">
              <a:buNone/>
              <a:defRPr sz="1800">
                <a:solidFill>
                  <a:schemeClr val="bg1"/>
                </a:solidFill>
                <a:latin typeface="Gotham Office" panose="02000000000000000000" pitchFamily="2" charset="0"/>
              </a:defRPr>
            </a:lvl1pPr>
          </a:lstStyle>
          <a:p>
            <a:pPr lvl="0"/>
            <a:fld id="{99714831-5179-2F47-BEE6-5A15F8259AA1}" type="datetime4">
              <a:rPr lang="en-US" smtClean="0"/>
              <a:t>September 6, 2021</a:t>
            </a:fld>
            <a:endParaRPr lang="en-US" dirty="0"/>
          </a:p>
        </p:txBody>
      </p:sp>
    </p:spTree>
    <p:extLst>
      <p:ext uri="{BB962C8B-B14F-4D97-AF65-F5344CB8AC3E}">
        <p14:creationId xmlns:p14="http://schemas.microsoft.com/office/powerpoint/2010/main" val="1513808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_C_red">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C048D0-1836-F948-BB96-269312D8DC9F}"/>
              </a:ext>
            </a:extLst>
          </p:cNvPr>
          <p:cNvSpPr>
            <a:spLocks noGrp="1"/>
          </p:cNvSpPr>
          <p:nvPr>
            <p:ph type="ctrTitle" hasCustomPrompt="1"/>
          </p:nvPr>
        </p:nvSpPr>
        <p:spPr>
          <a:xfrm>
            <a:off x="925032" y="1733107"/>
            <a:ext cx="5723860" cy="1925711"/>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Presentation Title LONG VERSION WITH MULTIPLE LINES</a:t>
            </a:r>
          </a:p>
        </p:txBody>
      </p:sp>
      <p:pic>
        <p:nvPicPr>
          <p:cNvPr id="6" name="Picture 5">
            <a:extLst>
              <a:ext uri="{FF2B5EF4-FFF2-40B4-BE49-F238E27FC236}">
                <a16:creationId xmlns:a16="http://schemas.microsoft.com/office/drawing/2014/main" id="{173D83DE-D6F4-324F-A8FF-A7F86E34F679}"/>
              </a:ext>
            </a:extLst>
          </p:cNvPr>
          <p:cNvPicPr>
            <a:picLocks noChangeAspect="1"/>
          </p:cNvPicPr>
          <p:nvPr userDrawn="1"/>
        </p:nvPicPr>
        <p:blipFill>
          <a:blip r:embed="rId2"/>
          <a:stretch>
            <a:fillRect/>
          </a:stretch>
        </p:blipFill>
        <p:spPr>
          <a:xfrm>
            <a:off x="8555074" y="5432648"/>
            <a:ext cx="3200400" cy="1225296"/>
          </a:xfrm>
          <a:prstGeom prst="rect">
            <a:avLst/>
          </a:prstGeom>
        </p:spPr>
      </p:pic>
      <p:sp>
        <p:nvSpPr>
          <p:cNvPr id="5" name="Text Placeholder 5">
            <a:extLst>
              <a:ext uri="{FF2B5EF4-FFF2-40B4-BE49-F238E27FC236}">
                <a16:creationId xmlns:a16="http://schemas.microsoft.com/office/drawing/2014/main" id="{95BDDABA-C480-294B-A9C3-E2EF45BA53A1}"/>
              </a:ext>
            </a:extLst>
          </p:cNvPr>
          <p:cNvSpPr>
            <a:spLocks noGrp="1"/>
          </p:cNvSpPr>
          <p:nvPr>
            <p:ph type="body" sz="quarter" idx="10" hasCustomPrompt="1"/>
          </p:nvPr>
        </p:nvSpPr>
        <p:spPr>
          <a:xfrm>
            <a:off x="925032" y="3997960"/>
            <a:ext cx="5723860" cy="422275"/>
          </a:xfrm>
          <a:prstGeom prst="rect">
            <a:avLst/>
          </a:prstGeom>
        </p:spPr>
        <p:txBody>
          <a:bodyPr>
            <a:normAutofit/>
          </a:bodyPr>
          <a:lstStyle>
            <a:lvl1pPr marL="0" indent="0" algn="l">
              <a:buNone/>
              <a:defRPr sz="1800" baseline="0">
                <a:solidFill>
                  <a:schemeClr val="bg1"/>
                </a:solidFill>
                <a:latin typeface="Gotham Office" panose="02000000000000000000" pitchFamily="2" charset="0"/>
              </a:defRPr>
            </a:lvl1pPr>
          </a:lstStyle>
          <a:p>
            <a:pPr lvl="0"/>
            <a:fld id="{4D2F7A1D-67AD-F142-9874-F05338168F3D}" type="datetime2">
              <a:rPr lang="en-US" smtClean="0"/>
              <a:t>Monday, September 6, 2021</a:t>
            </a:fld>
            <a:endParaRPr lang="en-US" dirty="0"/>
          </a:p>
        </p:txBody>
      </p:sp>
    </p:spTree>
    <p:extLst>
      <p:ext uri="{BB962C8B-B14F-4D97-AF65-F5344CB8AC3E}">
        <p14:creationId xmlns:p14="http://schemas.microsoft.com/office/powerpoint/2010/main" val="1526936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_C_black">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C048D0-1836-F948-BB96-269312D8DC9F}"/>
              </a:ext>
            </a:extLst>
          </p:cNvPr>
          <p:cNvSpPr>
            <a:spLocks noGrp="1"/>
          </p:cNvSpPr>
          <p:nvPr>
            <p:ph type="ctrTitle" hasCustomPrompt="1"/>
          </p:nvPr>
        </p:nvSpPr>
        <p:spPr>
          <a:xfrm>
            <a:off x="925032" y="1733107"/>
            <a:ext cx="5723860" cy="1925711"/>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Presentation Title LONG VERSION WITH MULTIPLE LINES</a:t>
            </a:r>
          </a:p>
        </p:txBody>
      </p:sp>
      <p:pic>
        <p:nvPicPr>
          <p:cNvPr id="5" name="Picture 4">
            <a:extLst>
              <a:ext uri="{FF2B5EF4-FFF2-40B4-BE49-F238E27FC236}">
                <a16:creationId xmlns:a16="http://schemas.microsoft.com/office/drawing/2014/main" id="{FCE73D03-15BD-014A-A9F7-9BD7AF8C3A31}"/>
              </a:ext>
            </a:extLst>
          </p:cNvPr>
          <p:cNvPicPr>
            <a:picLocks noChangeAspect="1"/>
          </p:cNvPicPr>
          <p:nvPr userDrawn="1"/>
        </p:nvPicPr>
        <p:blipFill>
          <a:blip r:embed="rId2"/>
          <a:stretch>
            <a:fillRect/>
          </a:stretch>
        </p:blipFill>
        <p:spPr>
          <a:xfrm>
            <a:off x="8555074" y="5432648"/>
            <a:ext cx="3200400" cy="1225296"/>
          </a:xfrm>
          <a:prstGeom prst="rect">
            <a:avLst/>
          </a:prstGeom>
        </p:spPr>
      </p:pic>
      <p:sp>
        <p:nvSpPr>
          <p:cNvPr id="6" name="Text Placeholder 5">
            <a:extLst>
              <a:ext uri="{FF2B5EF4-FFF2-40B4-BE49-F238E27FC236}">
                <a16:creationId xmlns:a16="http://schemas.microsoft.com/office/drawing/2014/main" id="{25073A25-DD07-1340-B4B7-17B10379756F}"/>
              </a:ext>
            </a:extLst>
          </p:cNvPr>
          <p:cNvSpPr>
            <a:spLocks noGrp="1"/>
          </p:cNvSpPr>
          <p:nvPr>
            <p:ph type="body" sz="quarter" idx="10" hasCustomPrompt="1"/>
          </p:nvPr>
        </p:nvSpPr>
        <p:spPr>
          <a:xfrm>
            <a:off x="925032" y="3997960"/>
            <a:ext cx="2606675" cy="422275"/>
          </a:xfrm>
          <a:prstGeom prst="rect">
            <a:avLst/>
          </a:prstGeom>
        </p:spPr>
        <p:txBody>
          <a:bodyPr>
            <a:normAutofit/>
          </a:bodyPr>
          <a:lstStyle>
            <a:lvl1pPr marL="0" indent="0" algn="l">
              <a:buNone/>
              <a:defRPr sz="1800" baseline="0">
                <a:solidFill>
                  <a:schemeClr val="tx2"/>
                </a:solidFill>
                <a:latin typeface="Gotham Office" panose="02000000000000000000" pitchFamily="2" charset="0"/>
              </a:defRPr>
            </a:lvl1pPr>
          </a:lstStyle>
          <a:p>
            <a:pPr lvl="0"/>
            <a:fld id="{137DCF85-C447-AE4B-9BDB-BCE5CF318609}" type="datetime4">
              <a:rPr lang="en-US" smtClean="0"/>
              <a:t>September 6, 2021</a:t>
            </a:fld>
            <a:endParaRPr lang="en-US" dirty="0"/>
          </a:p>
        </p:txBody>
      </p:sp>
    </p:spTree>
    <p:extLst>
      <p:ext uri="{BB962C8B-B14F-4D97-AF65-F5344CB8AC3E}">
        <p14:creationId xmlns:p14="http://schemas.microsoft.com/office/powerpoint/2010/main" val="61130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_red">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B28072-7F74-D04A-A7DC-247EB2F93D30}"/>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7" name="Title 1">
            <a:extLst>
              <a:ext uri="{FF2B5EF4-FFF2-40B4-BE49-F238E27FC236}">
                <a16:creationId xmlns:a16="http://schemas.microsoft.com/office/drawing/2014/main" id="{8A79644B-9DD6-B842-9E09-61AC441BB46F}"/>
              </a:ext>
            </a:extLst>
          </p:cNvPr>
          <p:cNvSpPr>
            <a:spLocks noGrp="1"/>
          </p:cNvSpPr>
          <p:nvPr>
            <p:ph type="ctrTitle" hasCustomPrompt="1"/>
          </p:nvPr>
        </p:nvSpPr>
        <p:spPr>
          <a:xfrm>
            <a:off x="838200" y="1323900"/>
            <a:ext cx="7582786" cy="1925711"/>
          </a:xfrm>
        </p:spPr>
        <p:txBody>
          <a:bodyPr anchor="ctr"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Slide TITLE STYLE LONG VERSION WITH MULTIPLE LINES</a:t>
            </a:r>
          </a:p>
        </p:txBody>
      </p:sp>
      <p:sp>
        <p:nvSpPr>
          <p:cNvPr id="9" name="Slide Number Placeholder 6">
            <a:extLst>
              <a:ext uri="{FF2B5EF4-FFF2-40B4-BE49-F238E27FC236}">
                <a16:creationId xmlns:a16="http://schemas.microsoft.com/office/drawing/2014/main" id="{3371ECA7-C5A5-8C46-9330-594E1EEDDC5F}"/>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sp>
        <p:nvSpPr>
          <p:cNvPr id="5" name="Content Placeholder 4">
            <a:extLst>
              <a:ext uri="{FF2B5EF4-FFF2-40B4-BE49-F238E27FC236}">
                <a16:creationId xmlns:a16="http://schemas.microsoft.com/office/drawing/2014/main" id="{870E41B2-3B1A-CB40-A48F-2A16D787FE5F}"/>
              </a:ext>
            </a:extLst>
          </p:cNvPr>
          <p:cNvSpPr>
            <a:spLocks noGrp="1"/>
          </p:cNvSpPr>
          <p:nvPr>
            <p:ph sz="quarter" idx="13" hasCustomPrompt="1"/>
          </p:nvPr>
        </p:nvSpPr>
        <p:spPr>
          <a:xfrm>
            <a:off x="838200" y="3429000"/>
            <a:ext cx="10125075" cy="2616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63219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black">
    <p:bg>
      <p:bgPr>
        <a:solidFill>
          <a:schemeClr val="tx1"/>
        </a:solidFill>
        <a:effectLst/>
      </p:bgPr>
    </p:bg>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BD17D5CF-7D3D-7B45-B019-8CF04F7F82A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8" name="Picture 7">
            <a:extLst>
              <a:ext uri="{FF2B5EF4-FFF2-40B4-BE49-F238E27FC236}">
                <a16:creationId xmlns:a16="http://schemas.microsoft.com/office/drawing/2014/main" id="{891FBB05-6172-E548-9DA0-8B024AEC6B25}"/>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9" name="Title 1">
            <a:extLst>
              <a:ext uri="{FF2B5EF4-FFF2-40B4-BE49-F238E27FC236}">
                <a16:creationId xmlns:a16="http://schemas.microsoft.com/office/drawing/2014/main" id="{BAD393BD-E8C7-B348-B341-60C239BD9A72}"/>
              </a:ext>
            </a:extLst>
          </p:cNvPr>
          <p:cNvSpPr>
            <a:spLocks noGrp="1"/>
          </p:cNvSpPr>
          <p:nvPr>
            <p:ph type="ctrTitle" hasCustomPrompt="1"/>
          </p:nvPr>
        </p:nvSpPr>
        <p:spPr>
          <a:xfrm>
            <a:off x="838200" y="1323900"/>
            <a:ext cx="7582786" cy="1925711"/>
          </a:xfrm>
        </p:spPr>
        <p:txBody>
          <a:bodyPr anchor="ctr"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Slide TITLE STYLE LONG VERSION WITH MULTIPLE LINES</a:t>
            </a:r>
          </a:p>
        </p:txBody>
      </p:sp>
      <p:sp>
        <p:nvSpPr>
          <p:cNvPr id="10" name="Content Placeholder 4">
            <a:extLst>
              <a:ext uri="{FF2B5EF4-FFF2-40B4-BE49-F238E27FC236}">
                <a16:creationId xmlns:a16="http://schemas.microsoft.com/office/drawing/2014/main" id="{2CDC1A80-39FE-6044-9462-D883FA94A278}"/>
              </a:ext>
            </a:extLst>
          </p:cNvPr>
          <p:cNvSpPr>
            <a:spLocks noGrp="1"/>
          </p:cNvSpPr>
          <p:nvPr>
            <p:ph sz="quarter" idx="13" hasCustomPrompt="1"/>
          </p:nvPr>
        </p:nvSpPr>
        <p:spPr>
          <a:xfrm>
            <a:off x="838200" y="3429000"/>
            <a:ext cx="10125075" cy="2616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020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_whit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B28072-7F74-D04A-A7DC-247EB2F93D30}"/>
              </a:ext>
            </a:extLst>
          </p:cNvPr>
          <p:cNvPicPr>
            <a:picLocks noChangeAspect="1"/>
          </p:cNvPicPr>
          <p:nvPr userDrawn="1"/>
        </p:nvPicPr>
        <p:blipFill>
          <a:blip r:embed="rId2"/>
          <a:stretch>
            <a:fillRect/>
          </a:stretch>
        </p:blipFill>
        <p:spPr>
          <a:xfrm>
            <a:off x="9582422" y="6421980"/>
            <a:ext cx="2025650" cy="273050"/>
          </a:xfrm>
          <a:prstGeom prst="rect">
            <a:avLst/>
          </a:prstGeom>
        </p:spPr>
      </p:pic>
      <p:pic>
        <p:nvPicPr>
          <p:cNvPr id="11" name="Picture 10">
            <a:extLst>
              <a:ext uri="{FF2B5EF4-FFF2-40B4-BE49-F238E27FC236}">
                <a16:creationId xmlns:a16="http://schemas.microsoft.com/office/drawing/2014/main" id="{CC4D3FBB-C602-434B-ADC4-CCA57B357667}"/>
              </a:ext>
            </a:extLst>
          </p:cNvPr>
          <p:cNvPicPr>
            <a:picLocks noChangeAspect="1"/>
          </p:cNvPicPr>
          <p:nvPr userDrawn="1"/>
        </p:nvPicPr>
        <p:blipFill>
          <a:blip r:embed="rId3"/>
          <a:srcRect/>
          <a:stretch/>
        </p:blipFill>
        <p:spPr>
          <a:xfrm>
            <a:off x="9624044" y="6421980"/>
            <a:ext cx="2025650" cy="273050"/>
          </a:xfrm>
          <a:prstGeom prst="rect">
            <a:avLst/>
          </a:prstGeom>
        </p:spPr>
      </p:pic>
      <p:sp>
        <p:nvSpPr>
          <p:cNvPr id="8" name="Slide Number Placeholder 6">
            <a:extLst>
              <a:ext uri="{FF2B5EF4-FFF2-40B4-BE49-F238E27FC236}">
                <a16:creationId xmlns:a16="http://schemas.microsoft.com/office/drawing/2014/main" id="{88FB3BE4-9704-9F42-BC65-C600E32093CC}"/>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a:t>|  </a:t>
            </a:r>
            <a:fld id="{97BFF72C-5ACC-BF44-8A77-29ED5F2D29E3}" type="slidenum">
              <a:rPr lang="en-US" smtClean="0"/>
              <a:pPr/>
              <a:t>‹#›</a:t>
            </a:fld>
            <a:endParaRPr lang="en-US" dirty="0"/>
          </a:p>
        </p:txBody>
      </p:sp>
      <p:sp>
        <p:nvSpPr>
          <p:cNvPr id="13" name="Title 1">
            <a:extLst>
              <a:ext uri="{FF2B5EF4-FFF2-40B4-BE49-F238E27FC236}">
                <a16:creationId xmlns:a16="http://schemas.microsoft.com/office/drawing/2014/main" id="{C21E4784-FC1B-0541-86CC-C70A5410C506}"/>
              </a:ext>
            </a:extLst>
          </p:cNvPr>
          <p:cNvSpPr>
            <a:spLocks noGrp="1"/>
          </p:cNvSpPr>
          <p:nvPr>
            <p:ph type="ctrTitle" hasCustomPrompt="1"/>
          </p:nvPr>
        </p:nvSpPr>
        <p:spPr>
          <a:xfrm>
            <a:off x="838200" y="1323900"/>
            <a:ext cx="7582786" cy="1925711"/>
          </a:xfrm>
        </p:spPr>
        <p:txBody>
          <a:bodyPr anchor="ctr" anchorCtr="0">
            <a:noAutofit/>
          </a:bodyPr>
          <a:lstStyle>
            <a:lvl1pPr algn="l">
              <a:lnSpc>
                <a:spcPct val="100000"/>
              </a:lnSpc>
              <a:defRPr sz="3600" b="1" i="0" cap="all" baseline="0">
                <a:solidFill>
                  <a:schemeClr val="tx2"/>
                </a:solidFill>
                <a:latin typeface="Gotham Office" panose="02000000000000000000" pitchFamily="2" charset="0"/>
                <a:cs typeface="Arial Narrow" panose="020B0604020202020204" pitchFamily="34" charset="0"/>
              </a:defRPr>
            </a:lvl1pPr>
          </a:lstStyle>
          <a:p>
            <a:r>
              <a:rPr lang="en-US" dirty="0"/>
              <a:t>CLICK TO Slide TITLE STYLE LONG VERSION WITH MULTIPLE LINES</a:t>
            </a:r>
          </a:p>
        </p:txBody>
      </p:sp>
      <p:sp>
        <p:nvSpPr>
          <p:cNvPr id="14" name="Content Placeholder 4">
            <a:extLst>
              <a:ext uri="{FF2B5EF4-FFF2-40B4-BE49-F238E27FC236}">
                <a16:creationId xmlns:a16="http://schemas.microsoft.com/office/drawing/2014/main" id="{40AE3680-E6F4-9D48-9D76-6C7B1A24D727}"/>
              </a:ext>
            </a:extLst>
          </p:cNvPr>
          <p:cNvSpPr>
            <a:spLocks noGrp="1"/>
          </p:cNvSpPr>
          <p:nvPr>
            <p:ph sz="quarter" idx="13" hasCustomPrompt="1"/>
          </p:nvPr>
        </p:nvSpPr>
        <p:spPr>
          <a:xfrm>
            <a:off x="838200" y="3429000"/>
            <a:ext cx="10125075" cy="26162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083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_red">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A79644B-9DD6-B842-9E09-61AC441BB46F}"/>
              </a:ext>
            </a:extLst>
          </p:cNvPr>
          <p:cNvSpPr>
            <a:spLocks noGrp="1"/>
          </p:cNvSpPr>
          <p:nvPr>
            <p:ph type="ctrTitle" hasCustomPrompt="1"/>
          </p:nvPr>
        </p:nvSpPr>
        <p:spPr>
          <a:xfrm>
            <a:off x="838200" y="882466"/>
            <a:ext cx="10103069" cy="1156541"/>
          </a:xfrm>
        </p:spPr>
        <p:txBody>
          <a:bodyPr anchor="ctr"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sp>
        <p:nvSpPr>
          <p:cNvPr id="10" name="Text Placeholder 9">
            <a:extLst>
              <a:ext uri="{FF2B5EF4-FFF2-40B4-BE49-F238E27FC236}">
                <a16:creationId xmlns:a16="http://schemas.microsoft.com/office/drawing/2014/main" id="{A238E63F-6339-AE45-9E3C-F99BC6D16785}"/>
              </a:ext>
            </a:extLst>
          </p:cNvPr>
          <p:cNvSpPr>
            <a:spLocks noGrp="1"/>
          </p:cNvSpPr>
          <p:nvPr>
            <p:ph type="body" sz="quarter" idx="13" hasCustomPrompt="1"/>
          </p:nvPr>
        </p:nvSpPr>
        <p:spPr>
          <a:xfrm>
            <a:off x="838200" y="2265363"/>
            <a:ext cx="10560050" cy="812800"/>
          </a:xfrm>
          <a:prstGeom prst="rect">
            <a:avLst/>
          </a:prstGeom>
          <a:noFill/>
        </p:spPr>
        <p:txBody>
          <a:bodyPr>
            <a:noAutofit/>
          </a:bodyPr>
          <a:lstStyle>
            <a:lvl1pPr marL="0" indent="0">
              <a:buFontTx/>
              <a:buNone/>
              <a:defRPr sz="2400" b="0" i="0" baseline="0">
                <a:solidFill>
                  <a:schemeClr val="bg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slide subhead</a:t>
            </a:r>
          </a:p>
        </p:txBody>
      </p:sp>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4" name="Content Placeholder 3">
            <a:extLst>
              <a:ext uri="{FF2B5EF4-FFF2-40B4-BE49-F238E27FC236}">
                <a16:creationId xmlns:a16="http://schemas.microsoft.com/office/drawing/2014/main" id="{007ECC5C-8E36-C448-A0B1-218B5CC08A54}"/>
              </a:ext>
            </a:extLst>
          </p:cNvPr>
          <p:cNvSpPr>
            <a:spLocks noGrp="1"/>
          </p:cNvSpPr>
          <p:nvPr>
            <p:ph sz="quarter" idx="14" hasCustomPrompt="1"/>
          </p:nvPr>
        </p:nvSpPr>
        <p:spPr>
          <a:xfrm>
            <a:off x="838200" y="3429000"/>
            <a:ext cx="10560050" cy="24431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38495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black">
    <p:bg>
      <p:bgPr>
        <a:solidFill>
          <a:schemeClr val="tx1"/>
        </a:solidFill>
        <a:effectLst/>
      </p:bgPr>
    </p:bg>
    <p:spTree>
      <p:nvGrpSpPr>
        <p:cNvPr id="1" name=""/>
        <p:cNvGrpSpPr/>
        <p:nvPr/>
      </p:nvGrpSpPr>
      <p:grpSpPr>
        <a:xfrm>
          <a:off x="0" y="0"/>
          <a:ext cx="0" cy="0"/>
          <a:chOff x="0" y="0"/>
          <a:chExt cx="0" cy="0"/>
        </a:xfrm>
      </p:grpSpPr>
      <p:sp>
        <p:nvSpPr>
          <p:cNvPr id="6" name="Slide Number Placeholder 6">
            <a:extLst>
              <a:ext uri="{FF2B5EF4-FFF2-40B4-BE49-F238E27FC236}">
                <a16:creationId xmlns:a16="http://schemas.microsoft.com/office/drawing/2014/main" id="{D4AEBA0E-C468-B448-9981-7B2DF21014D8}"/>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7A5CEDBC-6004-9A4F-894A-0811BEF44CBC}"/>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10" name="Title 1">
            <a:extLst>
              <a:ext uri="{FF2B5EF4-FFF2-40B4-BE49-F238E27FC236}">
                <a16:creationId xmlns:a16="http://schemas.microsoft.com/office/drawing/2014/main" id="{8CBF429E-ABE5-8C4D-AFFE-1E4B777D4214}"/>
              </a:ext>
            </a:extLst>
          </p:cNvPr>
          <p:cNvSpPr>
            <a:spLocks noGrp="1"/>
          </p:cNvSpPr>
          <p:nvPr>
            <p:ph type="ctrTitle" hasCustomPrompt="1"/>
          </p:nvPr>
        </p:nvSpPr>
        <p:spPr>
          <a:xfrm>
            <a:off x="838200" y="882466"/>
            <a:ext cx="10103069" cy="1156541"/>
          </a:xfrm>
        </p:spPr>
        <p:txBody>
          <a:bodyPr anchor="ctr"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sp>
        <p:nvSpPr>
          <p:cNvPr id="11" name="Text Placeholder 9">
            <a:extLst>
              <a:ext uri="{FF2B5EF4-FFF2-40B4-BE49-F238E27FC236}">
                <a16:creationId xmlns:a16="http://schemas.microsoft.com/office/drawing/2014/main" id="{F31043C5-337E-E74B-8556-592F0BC5D6F6}"/>
              </a:ext>
            </a:extLst>
          </p:cNvPr>
          <p:cNvSpPr>
            <a:spLocks noGrp="1"/>
          </p:cNvSpPr>
          <p:nvPr>
            <p:ph type="body" sz="quarter" idx="13" hasCustomPrompt="1"/>
          </p:nvPr>
        </p:nvSpPr>
        <p:spPr>
          <a:xfrm>
            <a:off x="838200" y="2265363"/>
            <a:ext cx="10560050" cy="812800"/>
          </a:xfrm>
          <a:prstGeom prst="rect">
            <a:avLst/>
          </a:prstGeom>
          <a:noFill/>
        </p:spPr>
        <p:txBody>
          <a:bodyPr>
            <a:noAutofit/>
          </a:bodyPr>
          <a:lstStyle>
            <a:lvl1pPr marL="0" indent="0">
              <a:buFontTx/>
              <a:buNone/>
              <a:defRPr sz="2400" b="0" i="0" baseline="0">
                <a:solidFill>
                  <a:schemeClr val="bg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slide subhead</a:t>
            </a:r>
          </a:p>
        </p:txBody>
      </p:sp>
      <p:sp>
        <p:nvSpPr>
          <p:cNvPr id="12" name="Content Placeholder 3">
            <a:extLst>
              <a:ext uri="{FF2B5EF4-FFF2-40B4-BE49-F238E27FC236}">
                <a16:creationId xmlns:a16="http://schemas.microsoft.com/office/drawing/2014/main" id="{838E14DD-E463-2445-8BD2-4EE50FE1C589}"/>
              </a:ext>
            </a:extLst>
          </p:cNvPr>
          <p:cNvSpPr>
            <a:spLocks noGrp="1"/>
          </p:cNvSpPr>
          <p:nvPr>
            <p:ph sz="quarter" idx="14" hasCustomPrompt="1"/>
          </p:nvPr>
        </p:nvSpPr>
        <p:spPr>
          <a:xfrm>
            <a:off x="838200" y="3429000"/>
            <a:ext cx="10560050" cy="24431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0720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_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AC25F0-42A9-7449-8382-45F563AAB781}"/>
              </a:ext>
            </a:extLst>
          </p:cNvPr>
          <p:cNvPicPr>
            <a:picLocks noChangeAspect="1"/>
          </p:cNvPicPr>
          <p:nvPr userDrawn="1"/>
        </p:nvPicPr>
        <p:blipFill>
          <a:blip r:embed="rId2"/>
          <a:srcRect/>
          <a:stretch/>
        </p:blipFill>
        <p:spPr>
          <a:xfrm>
            <a:off x="9624044" y="6421980"/>
            <a:ext cx="2025650" cy="273050"/>
          </a:xfrm>
          <a:prstGeom prst="rect">
            <a:avLst/>
          </a:prstGeom>
        </p:spPr>
      </p:pic>
      <p:sp>
        <p:nvSpPr>
          <p:cNvPr id="6" name="Slide Number Placeholder 6">
            <a:extLst>
              <a:ext uri="{FF2B5EF4-FFF2-40B4-BE49-F238E27FC236}">
                <a16:creationId xmlns:a16="http://schemas.microsoft.com/office/drawing/2014/main" id="{2E7529FB-87E0-584A-8BA5-A1C34C4CE103}"/>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a:t>|  </a:t>
            </a:r>
            <a:fld id="{97BFF72C-5ACC-BF44-8A77-29ED5F2D29E3}" type="slidenum">
              <a:rPr lang="en-US" smtClean="0"/>
              <a:pPr/>
              <a:t>‹#›</a:t>
            </a:fld>
            <a:endParaRPr lang="en-US" dirty="0"/>
          </a:p>
        </p:txBody>
      </p:sp>
      <p:sp>
        <p:nvSpPr>
          <p:cNvPr id="9" name="Title 1">
            <a:extLst>
              <a:ext uri="{FF2B5EF4-FFF2-40B4-BE49-F238E27FC236}">
                <a16:creationId xmlns:a16="http://schemas.microsoft.com/office/drawing/2014/main" id="{A0F5D194-7C99-3D42-BD5F-87CB0EBC7772}"/>
              </a:ext>
            </a:extLst>
          </p:cNvPr>
          <p:cNvSpPr>
            <a:spLocks noGrp="1"/>
          </p:cNvSpPr>
          <p:nvPr>
            <p:ph type="ctrTitle" hasCustomPrompt="1"/>
          </p:nvPr>
        </p:nvSpPr>
        <p:spPr>
          <a:xfrm>
            <a:off x="838200" y="882466"/>
            <a:ext cx="10103069" cy="1156541"/>
          </a:xfrm>
        </p:spPr>
        <p:txBody>
          <a:bodyPr anchor="ctr" anchorCtr="0">
            <a:noAutofit/>
          </a:bodyPr>
          <a:lstStyle>
            <a:lvl1pPr algn="l">
              <a:lnSpc>
                <a:spcPct val="100000"/>
              </a:lnSpc>
              <a:defRPr sz="3600" b="1" i="0" cap="all" baseline="0">
                <a:solidFill>
                  <a:schemeClr val="tx2"/>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sp>
        <p:nvSpPr>
          <p:cNvPr id="11" name="Text Placeholder 9">
            <a:extLst>
              <a:ext uri="{FF2B5EF4-FFF2-40B4-BE49-F238E27FC236}">
                <a16:creationId xmlns:a16="http://schemas.microsoft.com/office/drawing/2014/main" id="{3293A7E1-6535-1341-8CC4-3DD43A61E173}"/>
              </a:ext>
            </a:extLst>
          </p:cNvPr>
          <p:cNvSpPr>
            <a:spLocks noGrp="1"/>
          </p:cNvSpPr>
          <p:nvPr>
            <p:ph type="body" sz="quarter" idx="13" hasCustomPrompt="1"/>
          </p:nvPr>
        </p:nvSpPr>
        <p:spPr>
          <a:xfrm>
            <a:off x="838200" y="2265363"/>
            <a:ext cx="10560050" cy="812800"/>
          </a:xfrm>
          <a:prstGeom prst="rect">
            <a:avLst/>
          </a:prstGeom>
          <a:noFill/>
        </p:spPr>
        <p:txBody>
          <a:bodyPr>
            <a:noAutofit/>
          </a:bodyPr>
          <a:lstStyle>
            <a:lvl1pPr marL="0" indent="0">
              <a:buFontTx/>
              <a:buNone/>
              <a:defRPr sz="2400" b="0" i="0" baseline="0">
                <a:solidFill>
                  <a:schemeClr val="tx1">
                    <a:lumMod val="65000"/>
                    <a:lumOff val="35000"/>
                  </a:schemeClr>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slide subhead</a:t>
            </a:r>
          </a:p>
        </p:txBody>
      </p:sp>
      <p:sp>
        <p:nvSpPr>
          <p:cNvPr id="12" name="Content Placeholder 3">
            <a:extLst>
              <a:ext uri="{FF2B5EF4-FFF2-40B4-BE49-F238E27FC236}">
                <a16:creationId xmlns:a16="http://schemas.microsoft.com/office/drawing/2014/main" id="{C6549B4C-6D44-534E-A4E5-3DAA1A24E4FD}"/>
              </a:ext>
            </a:extLst>
          </p:cNvPr>
          <p:cNvSpPr>
            <a:spLocks noGrp="1"/>
          </p:cNvSpPr>
          <p:nvPr>
            <p:ph sz="quarter" idx="14" hasCustomPrompt="1"/>
          </p:nvPr>
        </p:nvSpPr>
        <p:spPr>
          <a:xfrm>
            <a:off x="838200" y="3429000"/>
            <a:ext cx="10560050" cy="244316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723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Charts_red">
    <p:bg>
      <p:bgPr>
        <a:solidFill>
          <a:schemeClr val="tx2"/>
        </a:soli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D447930-19AC-CD42-A1F2-8CF10ED19E94}"/>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dirty="0"/>
              <a:t>|  </a:t>
            </a:r>
            <a:fld id="{97BFF72C-5ACC-BF44-8A77-29ED5F2D29E3}" type="slidenum">
              <a:rPr lang="en-US" smtClean="0"/>
              <a:pPr/>
              <a:t>‹#›</a:t>
            </a:fld>
            <a:endParaRPr lang="en-US" dirty="0"/>
          </a:p>
        </p:txBody>
      </p:sp>
      <p:pic>
        <p:nvPicPr>
          <p:cNvPr id="8" name="Picture 7">
            <a:extLst>
              <a:ext uri="{FF2B5EF4-FFF2-40B4-BE49-F238E27FC236}">
                <a16:creationId xmlns:a16="http://schemas.microsoft.com/office/drawing/2014/main" id="{6B09233E-157D-9342-88AE-ECE6AB6BFD5E}"/>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9" name="Content Placeholder 3">
            <a:extLst>
              <a:ext uri="{FF2B5EF4-FFF2-40B4-BE49-F238E27FC236}">
                <a16:creationId xmlns:a16="http://schemas.microsoft.com/office/drawing/2014/main" id="{68CE3B5F-A327-6948-AC5A-DECAC1DE1870}"/>
              </a:ext>
            </a:extLst>
          </p:cNvPr>
          <p:cNvSpPr>
            <a:spLocks noGrp="1"/>
          </p:cNvSpPr>
          <p:nvPr>
            <p:ph sz="half" idx="2" hasCustomPrompt="1"/>
          </p:nvPr>
        </p:nvSpPr>
        <p:spPr>
          <a:xfrm>
            <a:off x="839788" y="2505075"/>
            <a:ext cx="5157787" cy="3684588"/>
          </a:xfrm>
          <a:prstGeom prst="rect">
            <a:avLst/>
          </a:prstGeo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a:extLst>
              <a:ext uri="{FF2B5EF4-FFF2-40B4-BE49-F238E27FC236}">
                <a16:creationId xmlns:a16="http://schemas.microsoft.com/office/drawing/2014/main" id="{664CF0BE-0659-1343-A2CC-51E917900762}"/>
              </a:ext>
            </a:extLst>
          </p:cNvPr>
          <p:cNvSpPr>
            <a:spLocks noGrp="1"/>
          </p:cNvSpPr>
          <p:nvPr>
            <p:ph sz="quarter" idx="4" hasCustomPrompt="1"/>
          </p:nvPr>
        </p:nvSpPr>
        <p:spPr>
          <a:xfrm>
            <a:off x="6172200" y="2505075"/>
            <a:ext cx="5183188" cy="3684588"/>
          </a:xfrm>
          <a:prstGeom prst="rect">
            <a:avLst/>
          </a:prstGeo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a:extLst>
              <a:ext uri="{FF2B5EF4-FFF2-40B4-BE49-F238E27FC236}">
                <a16:creationId xmlns:a16="http://schemas.microsoft.com/office/drawing/2014/main" id="{A62125EE-0453-EC44-AA42-57276C8BC489}"/>
              </a:ext>
            </a:extLst>
          </p:cNvPr>
          <p:cNvSpPr>
            <a:spLocks noGrp="1"/>
          </p:cNvSpPr>
          <p:nvPr>
            <p:ph type="ctrTitle" hasCustomPrompt="1"/>
          </p:nvPr>
        </p:nvSpPr>
        <p:spPr>
          <a:xfrm>
            <a:off x="838200" y="882466"/>
            <a:ext cx="10103069" cy="1156541"/>
          </a:xfrm>
        </p:spPr>
        <p:txBody>
          <a:bodyPr anchor="ctr"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spTree>
    <p:extLst>
      <p:ext uri="{BB962C8B-B14F-4D97-AF65-F5344CB8AC3E}">
        <p14:creationId xmlns:p14="http://schemas.microsoft.com/office/powerpoint/2010/main" val="4292377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_Charts_black">
    <p:bg>
      <p:bgPr>
        <a:solidFill>
          <a:schemeClr val="tx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0B15F00-3CE7-4344-9563-F750CE6FEC3E}"/>
              </a:ext>
            </a:extLst>
          </p:cNvPr>
          <p:cNvSpPr>
            <a:spLocks noGrp="1"/>
          </p:cNvSpPr>
          <p:nvPr>
            <p:ph sz="half" idx="2" hasCustomPrompt="1"/>
          </p:nvPr>
        </p:nvSpPr>
        <p:spPr>
          <a:xfrm>
            <a:off x="839788" y="2505075"/>
            <a:ext cx="5157787" cy="3684588"/>
          </a:xfrm>
          <a:prstGeom prst="rect">
            <a:avLst/>
          </a:prstGeo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1642458B-FA0B-CF43-A098-C02AA004FE57}"/>
              </a:ext>
            </a:extLst>
          </p:cNvPr>
          <p:cNvSpPr>
            <a:spLocks noGrp="1"/>
          </p:cNvSpPr>
          <p:nvPr>
            <p:ph sz="quarter" idx="4" hasCustomPrompt="1"/>
          </p:nvPr>
        </p:nvSpPr>
        <p:spPr>
          <a:xfrm>
            <a:off x="6172200" y="2505075"/>
            <a:ext cx="5183188" cy="3684588"/>
          </a:xfrm>
          <a:prstGeom prst="rect">
            <a:avLst/>
          </a:prstGeom>
        </p:spPr>
        <p:txBody>
          <a:bodyPr/>
          <a:lstStyle>
            <a:lvl1pPr>
              <a:defRPr baseline="0">
                <a:solidFill>
                  <a:schemeClr val="bg1"/>
                </a:solidFill>
              </a:defRPr>
            </a:lvl1pPr>
            <a:lvl2pPr>
              <a:defRPr baseline="0">
                <a:solidFill>
                  <a:schemeClr val="bg1"/>
                </a:solidFill>
              </a:defRPr>
            </a:lvl2pPr>
            <a:lvl3pPr>
              <a:defRPr baseline="0">
                <a:solidFill>
                  <a:schemeClr val="bg1"/>
                </a:solidFill>
              </a:defRPr>
            </a:lvl3pPr>
            <a:lvl4pPr>
              <a:defRPr baseline="0">
                <a:solidFill>
                  <a:schemeClr val="bg1"/>
                </a:solidFill>
              </a:defRPr>
            </a:lvl4pPr>
            <a:lvl5pPr>
              <a:defRPr baseline="0">
                <a:solidFill>
                  <a:schemeClr val="bg1"/>
                </a:solidFill>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a:extLst>
              <a:ext uri="{FF2B5EF4-FFF2-40B4-BE49-F238E27FC236}">
                <a16:creationId xmlns:a16="http://schemas.microsoft.com/office/drawing/2014/main" id="{8C5E7825-BC06-A74A-B318-AB5F6C915F6E}"/>
              </a:ext>
            </a:extLst>
          </p:cNvPr>
          <p:cNvSpPr>
            <a:spLocks noGrp="1"/>
          </p:cNvSpPr>
          <p:nvPr>
            <p:ph type="ctrTitle" hasCustomPrompt="1"/>
          </p:nvPr>
        </p:nvSpPr>
        <p:spPr>
          <a:xfrm>
            <a:off x="838200" y="882466"/>
            <a:ext cx="10103069" cy="1156541"/>
          </a:xfrm>
        </p:spPr>
        <p:txBody>
          <a:bodyPr anchor="ctr"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sp>
        <p:nvSpPr>
          <p:cNvPr id="7" name="Slide Number Placeholder 6">
            <a:extLst>
              <a:ext uri="{FF2B5EF4-FFF2-40B4-BE49-F238E27FC236}">
                <a16:creationId xmlns:a16="http://schemas.microsoft.com/office/drawing/2014/main" id="{176B3912-2EAC-BC46-8A13-16D4C3B06204}"/>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8" name="Picture 7">
            <a:extLst>
              <a:ext uri="{FF2B5EF4-FFF2-40B4-BE49-F238E27FC236}">
                <a16:creationId xmlns:a16="http://schemas.microsoft.com/office/drawing/2014/main" id="{EA79CAE4-3A3F-FA4E-8262-D64300B2D803}"/>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3202525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_Charts_white">
    <p:bg>
      <p:bgPr>
        <a:solidFill>
          <a:schemeClr val="bg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0B15F00-3CE7-4344-9563-F750CE6FEC3E}"/>
              </a:ext>
            </a:extLst>
          </p:cNvPr>
          <p:cNvSpPr>
            <a:spLocks noGrp="1"/>
          </p:cNvSpPr>
          <p:nvPr>
            <p:ph sz="half" idx="2" hasCustomPrompt="1"/>
          </p:nvPr>
        </p:nvSpPr>
        <p:spPr>
          <a:xfrm>
            <a:off x="839788" y="2505075"/>
            <a:ext cx="5157787" cy="3684588"/>
          </a:xfrm>
          <a:prstGeom prst="rect">
            <a:avLst/>
          </a:prstGeom>
        </p:spPr>
        <p:txBody>
          <a:body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a:extLst>
              <a:ext uri="{FF2B5EF4-FFF2-40B4-BE49-F238E27FC236}">
                <a16:creationId xmlns:a16="http://schemas.microsoft.com/office/drawing/2014/main" id="{8C5E7825-BC06-A74A-B318-AB5F6C915F6E}"/>
              </a:ext>
            </a:extLst>
          </p:cNvPr>
          <p:cNvSpPr>
            <a:spLocks noGrp="1"/>
          </p:cNvSpPr>
          <p:nvPr>
            <p:ph type="ctrTitle" hasCustomPrompt="1"/>
          </p:nvPr>
        </p:nvSpPr>
        <p:spPr>
          <a:xfrm>
            <a:off x="838200" y="882466"/>
            <a:ext cx="10103069" cy="1156541"/>
          </a:xfrm>
        </p:spPr>
        <p:txBody>
          <a:bodyPr anchor="ctr" anchorCtr="0">
            <a:noAutofit/>
          </a:bodyPr>
          <a:lstStyle>
            <a:lvl1pPr algn="l">
              <a:lnSpc>
                <a:spcPct val="100000"/>
              </a:lnSpc>
              <a:defRPr sz="3600" b="1" i="0" cap="all" baseline="0">
                <a:solidFill>
                  <a:schemeClr val="tx2"/>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pic>
        <p:nvPicPr>
          <p:cNvPr id="7" name="Picture 6">
            <a:extLst>
              <a:ext uri="{FF2B5EF4-FFF2-40B4-BE49-F238E27FC236}">
                <a16:creationId xmlns:a16="http://schemas.microsoft.com/office/drawing/2014/main" id="{493BA73D-BE65-AE4F-A651-28378FDBE9B8}"/>
              </a:ext>
            </a:extLst>
          </p:cNvPr>
          <p:cNvPicPr>
            <a:picLocks noChangeAspect="1"/>
          </p:cNvPicPr>
          <p:nvPr userDrawn="1"/>
        </p:nvPicPr>
        <p:blipFill>
          <a:blip r:embed="rId2"/>
          <a:srcRect/>
          <a:stretch/>
        </p:blipFill>
        <p:spPr>
          <a:xfrm>
            <a:off x="9624044" y="6421980"/>
            <a:ext cx="2025650" cy="273050"/>
          </a:xfrm>
          <a:prstGeom prst="rect">
            <a:avLst/>
          </a:prstGeom>
        </p:spPr>
      </p:pic>
      <p:sp>
        <p:nvSpPr>
          <p:cNvPr id="8" name="Slide Number Placeholder 6">
            <a:extLst>
              <a:ext uri="{FF2B5EF4-FFF2-40B4-BE49-F238E27FC236}">
                <a16:creationId xmlns:a16="http://schemas.microsoft.com/office/drawing/2014/main" id="{1DAE4088-3D86-814B-971E-13ADC95021FC}"/>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a:t>|  </a:t>
            </a:r>
            <a:fld id="{97BFF72C-5ACC-BF44-8A77-29ED5F2D29E3}" type="slidenum">
              <a:rPr lang="en-US" smtClean="0"/>
              <a:pPr/>
              <a:t>‹#›</a:t>
            </a:fld>
            <a:endParaRPr lang="en-US" dirty="0"/>
          </a:p>
        </p:txBody>
      </p:sp>
      <p:sp>
        <p:nvSpPr>
          <p:cNvPr id="11" name="Content Placeholder 3">
            <a:extLst>
              <a:ext uri="{FF2B5EF4-FFF2-40B4-BE49-F238E27FC236}">
                <a16:creationId xmlns:a16="http://schemas.microsoft.com/office/drawing/2014/main" id="{89AC3C91-182D-D343-9383-3F5B21508CF4}"/>
              </a:ext>
            </a:extLst>
          </p:cNvPr>
          <p:cNvSpPr>
            <a:spLocks noGrp="1"/>
          </p:cNvSpPr>
          <p:nvPr>
            <p:ph sz="half" idx="13" hasCustomPrompt="1"/>
          </p:nvPr>
        </p:nvSpPr>
        <p:spPr>
          <a:xfrm>
            <a:off x="6194108" y="2505075"/>
            <a:ext cx="5157787" cy="3684588"/>
          </a:xfrm>
          <a:prstGeom prst="rect">
            <a:avLst/>
          </a:prstGeom>
        </p:spPr>
        <p:txBody>
          <a:body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3422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_sho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AC048D0-1836-F948-BB96-269312D8DC9F}"/>
              </a:ext>
            </a:extLst>
          </p:cNvPr>
          <p:cNvSpPr>
            <a:spLocks noGrp="1"/>
          </p:cNvSpPr>
          <p:nvPr>
            <p:ph type="ctrTitle" hasCustomPrompt="1"/>
          </p:nvPr>
        </p:nvSpPr>
        <p:spPr>
          <a:xfrm>
            <a:off x="5588472" y="1917290"/>
            <a:ext cx="5983768" cy="2584809"/>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“SHORT LENGTH QUOTE LOREM IPSUM DOLER SIT AMET CURABITUR BLANDIT TEMPUS PORTITOR.”</a:t>
            </a:r>
          </a:p>
        </p:txBody>
      </p:sp>
      <p:sp>
        <p:nvSpPr>
          <p:cNvPr id="6" name="Text Placeholder 7">
            <a:extLst>
              <a:ext uri="{FF2B5EF4-FFF2-40B4-BE49-F238E27FC236}">
                <a16:creationId xmlns:a16="http://schemas.microsoft.com/office/drawing/2014/main" id="{9F7D67B8-4DED-4B45-812E-667E76CFA3DC}"/>
              </a:ext>
            </a:extLst>
          </p:cNvPr>
          <p:cNvSpPr>
            <a:spLocks noGrp="1"/>
          </p:cNvSpPr>
          <p:nvPr>
            <p:ph type="body" sz="quarter" idx="11" hasCustomPrompt="1"/>
          </p:nvPr>
        </p:nvSpPr>
        <p:spPr>
          <a:xfrm>
            <a:off x="5588472" y="4810760"/>
            <a:ext cx="3822700" cy="381000"/>
          </a:xfrm>
          <a:prstGeom prst="rect">
            <a:avLst/>
          </a:prstGeom>
        </p:spPr>
        <p:txBody>
          <a:bodyPr>
            <a:normAutofit/>
          </a:bodyPr>
          <a:lstStyle>
            <a:lvl1pPr marL="0" indent="0" algn="l">
              <a:buNone/>
              <a:defRPr sz="1800" b="0" i="0" cap="all" baseline="0">
                <a:solidFill>
                  <a:schemeClr val="bg1"/>
                </a:solidFill>
                <a:latin typeface="Gotham Office" panose="02000000000000000000" pitchFamily="2" charset="0"/>
              </a:defRPr>
            </a:lvl1pPr>
          </a:lstStyle>
          <a:p>
            <a:pPr algn="l"/>
            <a:r>
              <a:rPr lang="en-US" b="0" i="0" baseline="0" dirty="0">
                <a:solidFill>
                  <a:schemeClr val="bg1"/>
                </a:solidFill>
                <a:latin typeface="Gotham Office" panose="02000000000000000000" pitchFamily="2" charset="0"/>
                <a:cs typeface="Arial Narrow" panose="020B0604020202020204" pitchFamily="34" charset="0"/>
              </a:rPr>
              <a:t>— First Last Name</a:t>
            </a:r>
            <a:endParaRPr lang="en-US" b="1" i="0" dirty="0">
              <a:solidFill>
                <a:schemeClr val="bg1"/>
              </a:solidFill>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128535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_Lo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BD7C8-2256-6645-8132-2136D4DA62DF}"/>
              </a:ext>
            </a:extLst>
          </p:cNvPr>
          <p:cNvSpPr>
            <a:spLocks noGrp="1"/>
          </p:cNvSpPr>
          <p:nvPr>
            <p:ph type="title" hasCustomPrompt="1"/>
          </p:nvPr>
        </p:nvSpPr>
        <p:spPr>
          <a:xfrm>
            <a:off x="831850" y="1189704"/>
            <a:ext cx="7230602" cy="3372772"/>
          </a:xfrm>
        </p:spPr>
        <p:txBody>
          <a:bodyPr anchor="b">
            <a:noAutofit/>
          </a:bodyPr>
          <a:lstStyle>
            <a:lvl1pPr>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10" name="Text Placeholder 9">
            <a:extLst>
              <a:ext uri="{FF2B5EF4-FFF2-40B4-BE49-F238E27FC236}">
                <a16:creationId xmlns:a16="http://schemas.microsoft.com/office/drawing/2014/main" id="{BEBC8ED5-C8B6-FF44-BC7D-D55B6C807C12}"/>
              </a:ext>
            </a:extLst>
          </p:cNvPr>
          <p:cNvSpPr>
            <a:spLocks noGrp="1"/>
          </p:cNvSpPr>
          <p:nvPr>
            <p:ph type="body" sz="quarter" idx="13" hasCustomPrompt="1"/>
          </p:nvPr>
        </p:nvSpPr>
        <p:spPr>
          <a:xfrm>
            <a:off x="831850" y="4815840"/>
            <a:ext cx="4786313" cy="385763"/>
          </a:xfrm>
          <a:prstGeom prst="rect">
            <a:avLst/>
          </a:prstGeom>
        </p:spPr>
        <p:txBody>
          <a:bodyPr>
            <a:noAutofit/>
          </a:bodyPr>
          <a:lstStyle>
            <a:lvl1pPr marL="0" indent="0">
              <a:buNone/>
              <a:defRPr sz="1400" baseline="0">
                <a:solidFill>
                  <a:schemeClr val="bg1"/>
                </a:solidFill>
                <a:latin typeface="Gotham Office" panose="02000000000000000000" pitchFamily="2" charset="0"/>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dirty="0"/>
              <a:t>Click to edit slide text</a:t>
            </a:r>
          </a:p>
        </p:txBody>
      </p:sp>
    </p:spTree>
    <p:extLst>
      <p:ext uri="{BB962C8B-B14F-4D97-AF65-F5344CB8AC3E}">
        <p14:creationId xmlns:p14="http://schemas.microsoft.com/office/powerpoint/2010/main" val="1615260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C5A230F4-35F8-6D43-909E-3F273606B91E}"/>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dirty="0"/>
              <a:t>|  </a:t>
            </a:r>
            <a:fld id="{97BFF72C-5ACC-BF44-8A77-29ED5F2D29E3}" type="slidenum">
              <a:rPr lang="en-US" smtClean="0"/>
              <a:pPr/>
              <a:t>‹#›</a:t>
            </a:fld>
            <a:endParaRPr lang="en-US" dirty="0"/>
          </a:p>
        </p:txBody>
      </p:sp>
      <p:pic>
        <p:nvPicPr>
          <p:cNvPr id="5" name="Picture 4">
            <a:extLst>
              <a:ext uri="{FF2B5EF4-FFF2-40B4-BE49-F238E27FC236}">
                <a16:creationId xmlns:a16="http://schemas.microsoft.com/office/drawing/2014/main" id="{CB5D1E47-5F55-7F42-B34E-43E45FE6D350}"/>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6" name="Content Placeholder 2">
            <a:extLst>
              <a:ext uri="{FF2B5EF4-FFF2-40B4-BE49-F238E27FC236}">
                <a16:creationId xmlns:a16="http://schemas.microsoft.com/office/drawing/2014/main" id="{35B0F7F9-A3A1-5040-8E65-4C01F481CBC3}"/>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7" name="Title 1">
            <a:extLst>
              <a:ext uri="{FF2B5EF4-FFF2-40B4-BE49-F238E27FC236}">
                <a16:creationId xmlns:a16="http://schemas.microsoft.com/office/drawing/2014/main" id="{5EA79659-60B6-E545-986D-F58390FE1117}"/>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spTree>
    <p:extLst>
      <p:ext uri="{BB962C8B-B14F-4D97-AF65-F5344CB8AC3E}">
        <p14:creationId xmlns:p14="http://schemas.microsoft.com/office/powerpoint/2010/main" val="3656422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F8689F91-72D8-6747-A445-394CAFD304B9}"/>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dirty="0"/>
              <a:t>|  </a:t>
            </a:r>
            <a:fld id="{97BFF72C-5ACC-BF44-8A77-29ED5F2D29E3}" type="slidenum">
              <a:rPr lang="en-US" smtClean="0"/>
              <a:pPr/>
              <a:t>‹#›</a:t>
            </a:fld>
            <a:endParaRPr lang="en-US" dirty="0"/>
          </a:p>
        </p:txBody>
      </p:sp>
      <p:pic>
        <p:nvPicPr>
          <p:cNvPr id="5" name="Picture 4">
            <a:extLst>
              <a:ext uri="{FF2B5EF4-FFF2-40B4-BE49-F238E27FC236}">
                <a16:creationId xmlns:a16="http://schemas.microsoft.com/office/drawing/2014/main" id="{334505E2-1821-1142-AE51-3F9DB41E9C6A}"/>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6" name="Content Placeholder 2">
            <a:extLst>
              <a:ext uri="{FF2B5EF4-FFF2-40B4-BE49-F238E27FC236}">
                <a16:creationId xmlns:a16="http://schemas.microsoft.com/office/drawing/2014/main" id="{B7D4171A-4B26-DA4F-A71E-4E3D9722ABE6}"/>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7" name="Title 1">
            <a:extLst>
              <a:ext uri="{FF2B5EF4-FFF2-40B4-BE49-F238E27FC236}">
                <a16:creationId xmlns:a16="http://schemas.microsoft.com/office/drawing/2014/main" id="{9C139E72-596F-A346-BD45-0C67C91381DB}"/>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spTree>
    <p:extLst>
      <p:ext uri="{BB962C8B-B14F-4D97-AF65-F5344CB8AC3E}">
        <p14:creationId xmlns:p14="http://schemas.microsoft.com/office/powerpoint/2010/main" val="19952107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4008C4C5-A83E-854B-B6AB-E48E07EE604C}"/>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dirty="0"/>
              <a:t>|  </a:t>
            </a:r>
            <a:fld id="{97BFF72C-5ACC-BF44-8A77-29ED5F2D29E3}" type="slidenum">
              <a:rPr lang="en-US" smtClean="0"/>
              <a:pPr/>
              <a:t>‹#›</a:t>
            </a:fld>
            <a:endParaRPr lang="en-US" dirty="0"/>
          </a:p>
        </p:txBody>
      </p:sp>
      <p:pic>
        <p:nvPicPr>
          <p:cNvPr id="5" name="Picture 4">
            <a:extLst>
              <a:ext uri="{FF2B5EF4-FFF2-40B4-BE49-F238E27FC236}">
                <a16:creationId xmlns:a16="http://schemas.microsoft.com/office/drawing/2014/main" id="{250B1759-43AA-5E4D-A141-9213E1BEF083}"/>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6" name="Content Placeholder 2">
            <a:extLst>
              <a:ext uri="{FF2B5EF4-FFF2-40B4-BE49-F238E27FC236}">
                <a16:creationId xmlns:a16="http://schemas.microsoft.com/office/drawing/2014/main" id="{7542E777-77D9-7D41-9BCD-429E037818A2}"/>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7" name="Title 1">
            <a:extLst>
              <a:ext uri="{FF2B5EF4-FFF2-40B4-BE49-F238E27FC236}">
                <a16:creationId xmlns:a16="http://schemas.microsoft.com/office/drawing/2014/main" id="{FB08B568-99CD-6647-A25B-50F0B0436837}"/>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spTree>
    <p:extLst>
      <p:ext uri="{BB962C8B-B14F-4D97-AF65-F5344CB8AC3E}">
        <p14:creationId xmlns:p14="http://schemas.microsoft.com/office/powerpoint/2010/main" val="25646653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Short_w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9A48468-2AB7-E84E-B78E-53BF3FE1F9D7}"/>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5" name="Title 1">
            <a:extLst>
              <a:ext uri="{FF2B5EF4-FFF2-40B4-BE49-F238E27FC236}">
                <a16:creationId xmlns:a16="http://schemas.microsoft.com/office/drawing/2014/main" id="{98EAF6E9-001B-E74D-AC1F-DF24D90AB5EC}"/>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spTree>
    <p:extLst>
      <p:ext uri="{BB962C8B-B14F-4D97-AF65-F5344CB8AC3E}">
        <p14:creationId xmlns:p14="http://schemas.microsoft.com/office/powerpoint/2010/main" val="13819850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Short_red">
    <p:bg>
      <p:bgPr>
        <a:solidFill>
          <a:schemeClr val="tx2"/>
        </a:solid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pic>
        <p:nvPicPr>
          <p:cNvPr id="12" name="Picture 11">
            <a:extLst>
              <a:ext uri="{FF2B5EF4-FFF2-40B4-BE49-F238E27FC236}">
                <a16:creationId xmlns:a16="http://schemas.microsoft.com/office/drawing/2014/main" id="{AEEB7F3B-8B69-0A48-A750-2F21213F1351}"/>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31606631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Short_black">
    <p:bg>
      <p:bgPr>
        <a:solidFill>
          <a:schemeClr val="tx1"/>
        </a:solid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pic>
        <p:nvPicPr>
          <p:cNvPr id="6" name="Picture 5">
            <a:extLst>
              <a:ext uri="{FF2B5EF4-FFF2-40B4-BE49-F238E27FC236}">
                <a16:creationId xmlns:a16="http://schemas.microsoft.com/office/drawing/2014/main" id="{BCE559DC-760D-3341-A664-E26FE21D1FA1}"/>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24225177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Short_whit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838200" y="3323303"/>
            <a:ext cx="6162368" cy="2853660"/>
          </a:xfrm>
          <a:prstGeom prst="rect">
            <a:avLst/>
          </a:prstGeom>
        </p:spPr>
        <p:txBody>
          <a:bodyPr>
            <a:normAutofit/>
          </a:bodyPr>
          <a:lstStyle>
            <a:lvl1pPr marL="0" indent="0" algn="l">
              <a:buFontTx/>
              <a:buNone/>
              <a:defRPr sz="1400" b="0" i="0" baseline="0">
                <a:solidFill>
                  <a:schemeClr val="tx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838199" y="884903"/>
            <a:ext cx="6162367" cy="2260343"/>
          </a:xfrm>
        </p:spPr>
        <p:txBody>
          <a:bodyPr anchor="b" anchorCtr="0">
            <a:noAutofit/>
          </a:bodyPr>
          <a:lstStyle>
            <a:lvl1pPr algn="l">
              <a:lnSpc>
                <a:spcPct val="100000"/>
              </a:lnSpc>
              <a:defRPr sz="3200" b="1" i="0" cap="all" baseline="0">
                <a:solidFill>
                  <a:schemeClr val="tx2"/>
                </a:solidFill>
                <a:latin typeface="Gotham Office" panose="02000000000000000000" pitchFamily="2" charset="0"/>
                <a:cs typeface="Arial Narrow" panose="020B0604020202020204" pitchFamily="34" charset="0"/>
              </a:defRPr>
            </a:lvl1pPr>
          </a:lstStyle>
          <a:p>
            <a:r>
              <a:rPr lang="en-US" dirty="0"/>
              <a:t>Click to edit slide title with multiple lines</a:t>
            </a:r>
          </a:p>
        </p:txBody>
      </p:sp>
      <p:pic>
        <p:nvPicPr>
          <p:cNvPr id="6" name="Picture 5">
            <a:extLst>
              <a:ext uri="{FF2B5EF4-FFF2-40B4-BE49-F238E27FC236}">
                <a16:creationId xmlns:a16="http://schemas.microsoft.com/office/drawing/2014/main" id="{6E6E54EA-9087-7042-A567-75E48CF817E4}"/>
              </a:ext>
            </a:extLst>
          </p:cNvPr>
          <p:cNvPicPr>
            <a:picLocks noChangeAspect="1"/>
          </p:cNvPicPr>
          <p:nvPr userDrawn="1"/>
        </p:nvPicPr>
        <p:blipFill>
          <a:blip r:embed="rId2"/>
          <a:srcRect/>
          <a:stretch/>
        </p:blipFill>
        <p:spPr>
          <a:xfrm>
            <a:off x="9629548" y="6421980"/>
            <a:ext cx="2025650" cy="273050"/>
          </a:xfrm>
          <a:prstGeom prst="rect">
            <a:avLst/>
          </a:prstGeom>
        </p:spPr>
      </p:pic>
      <p:sp>
        <p:nvSpPr>
          <p:cNvPr id="7" name="Slide Number Placeholder 6">
            <a:extLst>
              <a:ext uri="{FF2B5EF4-FFF2-40B4-BE49-F238E27FC236}">
                <a16:creationId xmlns:a16="http://schemas.microsoft.com/office/drawing/2014/main" id="{8F4FD6C0-98E1-9C47-AB49-D25DF869A2AC}"/>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a:t>|  </a:t>
            </a:r>
            <a:fld id="{97BFF72C-5ACC-BF44-8A77-29ED5F2D29E3}" type="slidenum">
              <a:rPr lang="en-US" smtClean="0"/>
              <a:pPr/>
              <a:t>‹#›</a:t>
            </a:fld>
            <a:endParaRPr lang="en-US" dirty="0"/>
          </a:p>
        </p:txBody>
      </p:sp>
    </p:spTree>
    <p:extLst>
      <p:ext uri="{BB962C8B-B14F-4D97-AF65-F5344CB8AC3E}">
        <p14:creationId xmlns:p14="http://schemas.microsoft.com/office/powerpoint/2010/main" val="336507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_red_image">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5722375" y="0"/>
            <a:ext cx="6469626" cy="6858000"/>
          </a:xfrm>
          <a:prstGeom prst="rect">
            <a:avLst/>
          </a:prstGeom>
        </p:spPr>
        <p:txBody>
          <a:bodyPr/>
          <a:lstStyle/>
          <a:p>
            <a:r>
              <a:rPr lang="en-US"/>
              <a:t>Click icon to add picture</a:t>
            </a:r>
          </a:p>
        </p:txBody>
      </p:sp>
      <p:sp>
        <p:nvSpPr>
          <p:cNvPr id="5" name="Content Placeholder 2">
            <a:extLst>
              <a:ext uri="{FF2B5EF4-FFF2-40B4-BE49-F238E27FC236}">
                <a16:creationId xmlns:a16="http://schemas.microsoft.com/office/drawing/2014/main" id="{6737BD63-9C72-3048-BDF4-063CFD6F457C}"/>
              </a:ext>
            </a:extLst>
          </p:cNvPr>
          <p:cNvSpPr>
            <a:spLocks noGrp="1"/>
          </p:cNvSpPr>
          <p:nvPr>
            <p:ph sz="half" idx="1" hasCustomPrompt="1"/>
          </p:nvPr>
        </p:nvSpPr>
        <p:spPr>
          <a:xfrm>
            <a:off x="838200" y="3323303"/>
            <a:ext cx="4156587"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6" name="Title 1">
            <a:extLst>
              <a:ext uri="{FF2B5EF4-FFF2-40B4-BE49-F238E27FC236}">
                <a16:creationId xmlns:a16="http://schemas.microsoft.com/office/drawing/2014/main" id="{DBAA934C-DA10-4844-AD59-49FE265F5BA3}"/>
              </a:ext>
            </a:extLst>
          </p:cNvPr>
          <p:cNvSpPr>
            <a:spLocks noGrp="1"/>
          </p:cNvSpPr>
          <p:nvPr>
            <p:ph type="ctrTitle" hasCustomPrompt="1"/>
          </p:nvPr>
        </p:nvSpPr>
        <p:spPr>
          <a:xfrm>
            <a:off x="838200" y="609601"/>
            <a:ext cx="4038600" cy="2535646"/>
          </a:xfrm>
        </p:spPr>
        <p:txBody>
          <a:bodyPr anchor="b" anchorCtr="0">
            <a:noAutofit/>
          </a:bodyPr>
          <a:lstStyle>
            <a:lvl1pPr algn="l">
              <a:lnSpc>
                <a:spcPct val="100000"/>
              </a:lnSpc>
              <a:defRPr sz="28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Tree>
    <p:extLst>
      <p:ext uri="{BB962C8B-B14F-4D97-AF65-F5344CB8AC3E}">
        <p14:creationId xmlns:p14="http://schemas.microsoft.com/office/powerpoint/2010/main" val="10360287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_black_image">
    <p:bg>
      <p:bgPr>
        <a:solidFill>
          <a:schemeClr val="tx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838200" y="3323303"/>
            <a:ext cx="4156587"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838200" y="609601"/>
            <a:ext cx="4038600" cy="2535646"/>
          </a:xfrm>
        </p:spPr>
        <p:txBody>
          <a:bodyPr anchor="b" anchorCtr="0">
            <a:noAutofit/>
          </a:bodyPr>
          <a:lstStyle>
            <a:lvl1pPr algn="l">
              <a:lnSpc>
                <a:spcPct val="100000"/>
              </a:lnSpc>
              <a:defRPr sz="28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5722375" y="0"/>
            <a:ext cx="6469626"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7712710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white_imag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838200" y="3323303"/>
            <a:ext cx="4156587" cy="2853660"/>
          </a:xfrm>
          <a:prstGeom prst="rect">
            <a:avLst/>
          </a:prstGeom>
        </p:spPr>
        <p:txBody>
          <a:bodyPr>
            <a:normAutofit/>
          </a:bodyPr>
          <a:lstStyle>
            <a:lvl1pPr marL="0" indent="0" algn="l">
              <a:buFontTx/>
              <a:buNone/>
              <a:defRPr sz="1400" b="0" i="0" baseline="0">
                <a:solidFill>
                  <a:schemeClr val="tx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838200" y="609601"/>
            <a:ext cx="4038600" cy="2535646"/>
          </a:xfrm>
        </p:spPr>
        <p:txBody>
          <a:bodyPr anchor="b" anchorCtr="0">
            <a:noAutofit/>
          </a:bodyPr>
          <a:lstStyle>
            <a:lvl1pPr algn="l">
              <a:lnSpc>
                <a:spcPct val="100000"/>
              </a:lnSpc>
              <a:defRPr sz="2800" b="1" i="0" baseline="0">
                <a:solidFill>
                  <a:schemeClr val="tx2"/>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5722375" y="0"/>
            <a:ext cx="6469626"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6824317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_red_image ALT">
    <p:bg>
      <p:bgPr>
        <a:solidFill>
          <a:schemeClr val="tx2"/>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5980471" y="3323303"/>
            <a:ext cx="4156587"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5980471" y="609601"/>
            <a:ext cx="4038600" cy="2535646"/>
          </a:xfrm>
        </p:spPr>
        <p:txBody>
          <a:bodyPr anchor="b" anchorCtr="0">
            <a:noAutofit/>
          </a:bodyPr>
          <a:lstStyle>
            <a:lvl1pPr algn="l">
              <a:lnSpc>
                <a:spcPct val="100000"/>
              </a:lnSpc>
              <a:defRPr sz="28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0"/>
            <a:ext cx="5358581" cy="6858000"/>
          </a:xfrm>
          <a:prstGeom prst="rect">
            <a:avLst/>
          </a:prstGeom>
        </p:spPr>
        <p:txBody>
          <a:bodyPr/>
          <a:lstStyle/>
          <a:p>
            <a:r>
              <a:rPr lang="en-US"/>
              <a:t>Click icon to add picture</a:t>
            </a:r>
            <a:endParaRPr lang="en-US" dirty="0"/>
          </a:p>
        </p:txBody>
      </p:sp>
      <p:sp>
        <p:nvSpPr>
          <p:cNvPr id="10" name="Slide Number Placeholder 6">
            <a:extLst>
              <a:ext uri="{FF2B5EF4-FFF2-40B4-BE49-F238E27FC236}">
                <a16:creationId xmlns:a16="http://schemas.microsoft.com/office/drawing/2014/main" id="{F39853AF-EC0E-A44F-8B9E-151CC6D4C1FC}"/>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13" name="Picture 12">
            <a:extLst>
              <a:ext uri="{FF2B5EF4-FFF2-40B4-BE49-F238E27FC236}">
                <a16:creationId xmlns:a16="http://schemas.microsoft.com/office/drawing/2014/main" id="{F6EEE197-3ED9-3C4B-A1B0-42A7DA3EDB09}"/>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4942551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_red_image ALT 2">
    <p:bg>
      <p:bgPr>
        <a:solidFill>
          <a:schemeClr val="tx2"/>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7868263" y="2772697"/>
            <a:ext cx="3438832" cy="322498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7868262" y="681037"/>
            <a:ext cx="3360174" cy="1934344"/>
          </a:xfrm>
        </p:spPr>
        <p:txBody>
          <a:bodyPr anchor="b"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0"/>
            <a:ext cx="7305368" cy="6858000"/>
          </a:xfrm>
          <a:prstGeom prst="rect">
            <a:avLst/>
          </a:prstGeom>
        </p:spPr>
        <p:txBody>
          <a:bodyPr/>
          <a:lstStyle/>
          <a:p>
            <a:r>
              <a:rPr lang="en-US"/>
              <a:t>Click icon to add picture</a:t>
            </a:r>
            <a:endParaRPr lang="en-US" dirty="0"/>
          </a:p>
        </p:txBody>
      </p:sp>
      <p:sp>
        <p:nvSpPr>
          <p:cNvPr id="10" name="Slide Number Placeholder 6">
            <a:extLst>
              <a:ext uri="{FF2B5EF4-FFF2-40B4-BE49-F238E27FC236}">
                <a16:creationId xmlns:a16="http://schemas.microsoft.com/office/drawing/2014/main" id="{F39853AF-EC0E-A44F-8B9E-151CC6D4C1FC}"/>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13" name="Picture 12">
            <a:extLst>
              <a:ext uri="{FF2B5EF4-FFF2-40B4-BE49-F238E27FC236}">
                <a16:creationId xmlns:a16="http://schemas.microsoft.com/office/drawing/2014/main" id="{F6EEE197-3ED9-3C4B-A1B0-42A7DA3EDB09}"/>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28557648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_black_image ALT">
    <p:bg>
      <p:bgPr>
        <a:solidFill>
          <a:schemeClr val="tx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5980471" y="3323303"/>
            <a:ext cx="4156587" cy="285366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5980471" y="609601"/>
            <a:ext cx="4038600" cy="2535646"/>
          </a:xfrm>
        </p:spPr>
        <p:txBody>
          <a:bodyPr anchor="b"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0"/>
            <a:ext cx="5358581" cy="6858000"/>
          </a:xfrm>
          <a:prstGeom prst="rect">
            <a:avLst/>
          </a:prstGeom>
        </p:spPr>
        <p:txBody>
          <a:bodyPr/>
          <a:lstStyle/>
          <a:p>
            <a:r>
              <a:rPr lang="en-US"/>
              <a:t>Click icon to add picture</a:t>
            </a:r>
            <a:endParaRPr lang="en-US" dirty="0"/>
          </a:p>
        </p:txBody>
      </p:sp>
      <p:sp>
        <p:nvSpPr>
          <p:cNvPr id="10" name="Slide Number Placeholder 6">
            <a:extLst>
              <a:ext uri="{FF2B5EF4-FFF2-40B4-BE49-F238E27FC236}">
                <a16:creationId xmlns:a16="http://schemas.microsoft.com/office/drawing/2014/main" id="{F39853AF-EC0E-A44F-8B9E-151CC6D4C1FC}"/>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13" name="Picture 12">
            <a:extLst>
              <a:ext uri="{FF2B5EF4-FFF2-40B4-BE49-F238E27FC236}">
                <a16:creationId xmlns:a16="http://schemas.microsoft.com/office/drawing/2014/main" id="{F6EEE197-3ED9-3C4B-A1B0-42A7DA3EDB09}"/>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32014675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_black_image ALT 2">
    <p:bg>
      <p:bgPr>
        <a:solidFill>
          <a:schemeClr val="tx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7868263" y="2772697"/>
            <a:ext cx="3438832" cy="3224980"/>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7868262" y="681037"/>
            <a:ext cx="3360174" cy="1934344"/>
          </a:xfrm>
        </p:spPr>
        <p:txBody>
          <a:bodyPr anchor="b"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0"/>
            <a:ext cx="7305368" cy="6858000"/>
          </a:xfrm>
          <a:prstGeom prst="rect">
            <a:avLst/>
          </a:prstGeom>
        </p:spPr>
        <p:txBody>
          <a:bodyPr/>
          <a:lstStyle/>
          <a:p>
            <a:r>
              <a:rPr lang="en-US"/>
              <a:t>Click icon to add picture</a:t>
            </a:r>
            <a:endParaRPr lang="en-US" dirty="0"/>
          </a:p>
        </p:txBody>
      </p:sp>
      <p:sp>
        <p:nvSpPr>
          <p:cNvPr id="10" name="Slide Number Placeholder 6">
            <a:extLst>
              <a:ext uri="{FF2B5EF4-FFF2-40B4-BE49-F238E27FC236}">
                <a16:creationId xmlns:a16="http://schemas.microsoft.com/office/drawing/2014/main" id="{F39853AF-EC0E-A44F-8B9E-151CC6D4C1FC}"/>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13" name="Picture 12">
            <a:extLst>
              <a:ext uri="{FF2B5EF4-FFF2-40B4-BE49-F238E27FC236}">
                <a16:creationId xmlns:a16="http://schemas.microsoft.com/office/drawing/2014/main" id="{F6EEE197-3ED9-3C4B-A1B0-42A7DA3EDB09}"/>
              </a:ext>
            </a:extLst>
          </p:cNvPr>
          <p:cNvPicPr>
            <a:picLocks noChangeAspect="1"/>
          </p:cNvPicPr>
          <p:nvPr userDrawn="1"/>
        </p:nvPicPr>
        <p:blipFill>
          <a:blip r:embed="rId2"/>
          <a:stretch>
            <a:fillRect/>
          </a:stretch>
        </p:blipFill>
        <p:spPr>
          <a:xfrm>
            <a:off x="9655574" y="6421980"/>
            <a:ext cx="2025650" cy="273050"/>
          </a:xfrm>
          <a:prstGeom prst="rect">
            <a:avLst/>
          </a:prstGeom>
        </p:spPr>
      </p:pic>
    </p:spTree>
    <p:extLst>
      <p:ext uri="{BB962C8B-B14F-4D97-AF65-F5344CB8AC3E}">
        <p14:creationId xmlns:p14="http://schemas.microsoft.com/office/powerpoint/2010/main" val="4613246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white_image ALT">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5980471" y="3323303"/>
            <a:ext cx="4156587" cy="2853660"/>
          </a:xfrm>
          <a:prstGeom prst="rect">
            <a:avLst/>
          </a:prstGeom>
        </p:spPr>
        <p:txBody>
          <a:bodyPr>
            <a:normAutofit/>
          </a:bodyPr>
          <a:lstStyle>
            <a:lvl1pPr marL="0" indent="0" algn="l">
              <a:buFontTx/>
              <a:buNone/>
              <a:defRPr sz="1400" b="0" i="0" baseline="0">
                <a:solidFill>
                  <a:schemeClr val="tx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5980471" y="609601"/>
            <a:ext cx="4038600" cy="2535646"/>
          </a:xfrm>
        </p:spPr>
        <p:txBody>
          <a:bodyPr anchor="b" anchorCtr="0">
            <a:noAutofit/>
          </a:bodyPr>
          <a:lstStyle>
            <a:lvl1pPr algn="l">
              <a:lnSpc>
                <a:spcPct val="100000"/>
              </a:lnSpc>
              <a:defRPr sz="2400" b="1" i="0" baseline="0">
                <a:solidFill>
                  <a:schemeClr val="tx2"/>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0"/>
            <a:ext cx="5358581" cy="6858000"/>
          </a:xfrm>
          <a:prstGeom prst="rect">
            <a:avLst/>
          </a:prstGeom>
        </p:spPr>
        <p:txBody>
          <a:bodyPr/>
          <a:lstStyle/>
          <a:p>
            <a:r>
              <a:rPr lang="en-US"/>
              <a:t>Click icon to add picture</a:t>
            </a:r>
            <a:endParaRPr lang="en-US" dirty="0"/>
          </a:p>
        </p:txBody>
      </p:sp>
      <p:pic>
        <p:nvPicPr>
          <p:cNvPr id="7" name="Picture 6">
            <a:extLst>
              <a:ext uri="{FF2B5EF4-FFF2-40B4-BE49-F238E27FC236}">
                <a16:creationId xmlns:a16="http://schemas.microsoft.com/office/drawing/2014/main" id="{E98A2AEB-0299-D240-BBB5-C8C214265F5B}"/>
              </a:ext>
            </a:extLst>
          </p:cNvPr>
          <p:cNvPicPr>
            <a:picLocks noChangeAspect="1"/>
          </p:cNvPicPr>
          <p:nvPr userDrawn="1"/>
        </p:nvPicPr>
        <p:blipFill>
          <a:blip r:embed="rId2"/>
          <a:srcRect/>
          <a:stretch/>
        </p:blipFill>
        <p:spPr>
          <a:xfrm>
            <a:off x="9629548" y="6421980"/>
            <a:ext cx="2025650" cy="273050"/>
          </a:xfrm>
          <a:prstGeom prst="rect">
            <a:avLst/>
          </a:prstGeom>
        </p:spPr>
      </p:pic>
      <p:sp>
        <p:nvSpPr>
          <p:cNvPr id="8" name="Slide Number Placeholder 6">
            <a:extLst>
              <a:ext uri="{FF2B5EF4-FFF2-40B4-BE49-F238E27FC236}">
                <a16:creationId xmlns:a16="http://schemas.microsoft.com/office/drawing/2014/main" id="{70B8C52B-1F7F-FC40-B5FB-71A1FA47F509}"/>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dirty="0"/>
              <a:t>|  </a:t>
            </a:r>
            <a:fld id="{97BFF72C-5ACC-BF44-8A77-29ED5F2D29E3}" type="slidenum">
              <a:rPr lang="en-US" smtClean="0"/>
              <a:pPr/>
              <a:t>‹#›</a:t>
            </a:fld>
            <a:endParaRPr lang="en-US" dirty="0"/>
          </a:p>
        </p:txBody>
      </p:sp>
    </p:spTree>
    <p:extLst>
      <p:ext uri="{BB962C8B-B14F-4D97-AF65-F5344CB8AC3E}">
        <p14:creationId xmlns:p14="http://schemas.microsoft.com/office/powerpoint/2010/main" val="720573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_white_image ALT 2">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7868263" y="2772697"/>
            <a:ext cx="3438832" cy="3224980"/>
          </a:xfrm>
          <a:prstGeom prst="rect">
            <a:avLst/>
          </a:prstGeom>
        </p:spPr>
        <p:txBody>
          <a:bodyPr>
            <a:normAutofit/>
          </a:bodyPr>
          <a:lstStyle>
            <a:lvl1pPr marL="0" indent="0" algn="l">
              <a:buFontTx/>
              <a:buNone/>
              <a:defRPr sz="1400" b="0" i="0" baseline="0">
                <a:solidFill>
                  <a:schemeClr val="tx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7868262" y="681037"/>
            <a:ext cx="3360174" cy="1934344"/>
          </a:xfrm>
        </p:spPr>
        <p:txBody>
          <a:bodyPr anchor="b" anchorCtr="0">
            <a:noAutofit/>
          </a:bodyPr>
          <a:lstStyle>
            <a:lvl1pPr algn="l">
              <a:lnSpc>
                <a:spcPct val="100000"/>
              </a:lnSpc>
              <a:defRPr sz="2400" b="1" i="0" baseline="0">
                <a:solidFill>
                  <a:schemeClr val="tx2"/>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0"/>
            <a:ext cx="7305368" cy="6858000"/>
          </a:xfrm>
          <a:prstGeom prst="rect">
            <a:avLst/>
          </a:prstGeom>
        </p:spPr>
        <p:txBody>
          <a:bodyPr/>
          <a:lstStyle/>
          <a:p>
            <a:r>
              <a:rPr lang="en-US"/>
              <a:t>Click icon to add picture</a:t>
            </a:r>
            <a:endParaRPr lang="en-US" dirty="0"/>
          </a:p>
        </p:txBody>
      </p:sp>
      <p:pic>
        <p:nvPicPr>
          <p:cNvPr id="7" name="Picture 6">
            <a:extLst>
              <a:ext uri="{FF2B5EF4-FFF2-40B4-BE49-F238E27FC236}">
                <a16:creationId xmlns:a16="http://schemas.microsoft.com/office/drawing/2014/main" id="{E1C2B06D-3F13-7F44-A6DB-B0C08EB2448C}"/>
              </a:ext>
            </a:extLst>
          </p:cNvPr>
          <p:cNvPicPr>
            <a:picLocks noChangeAspect="1"/>
          </p:cNvPicPr>
          <p:nvPr userDrawn="1"/>
        </p:nvPicPr>
        <p:blipFill>
          <a:blip r:embed="rId2"/>
          <a:srcRect/>
          <a:stretch/>
        </p:blipFill>
        <p:spPr>
          <a:xfrm>
            <a:off x="9629548" y="6421980"/>
            <a:ext cx="2025650" cy="273050"/>
          </a:xfrm>
          <a:prstGeom prst="rect">
            <a:avLst/>
          </a:prstGeom>
        </p:spPr>
      </p:pic>
      <p:sp>
        <p:nvSpPr>
          <p:cNvPr id="8" name="Slide Number Placeholder 6">
            <a:extLst>
              <a:ext uri="{FF2B5EF4-FFF2-40B4-BE49-F238E27FC236}">
                <a16:creationId xmlns:a16="http://schemas.microsoft.com/office/drawing/2014/main" id="{5D199E36-2A71-BD4E-AC75-2790769FE5DD}"/>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dirty="0"/>
              <a:t>|  </a:t>
            </a:r>
            <a:fld id="{97BFF72C-5ACC-BF44-8A77-29ED5F2D29E3}" type="slidenum">
              <a:rPr lang="en-US" smtClean="0"/>
              <a:pPr/>
              <a:t>‹#›</a:t>
            </a:fld>
            <a:endParaRPr lang="en-US" dirty="0"/>
          </a:p>
        </p:txBody>
      </p:sp>
    </p:spTree>
    <p:extLst>
      <p:ext uri="{BB962C8B-B14F-4D97-AF65-F5344CB8AC3E}">
        <p14:creationId xmlns:p14="http://schemas.microsoft.com/office/powerpoint/2010/main" val="41503920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3FE0124-2439-0944-8454-A0615BA3B2AE}"/>
              </a:ext>
            </a:extLst>
          </p:cNvPr>
          <p:cNvSpPr>
            <a:spLocks noGrp="1"/>
          </p:cNvSpPr>
          <p:nvPr>
            <p:ph type="title" hasCustomPrompt="1"/>
          </p:nvPr>
        </p:nvSpPr>
        <p:spPr>
          <a:xfrm>
            <a:off x="838200" y="2766218"/>
            <a:ext cx="10515600" cy="1325563"/>
          </a:xfrm>
        </p:spPr>
        <p:txBody>
          <a:bodyPr/>
          <a:lstStyle>
            <a:lvl1pPr algn="ctr">
              <a:defRPr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a:t>
            </a:r>
          </a:p>
        </p:txBody>
      </p:sp>
    </p:spTree>
    <p:extLst>
      <p:ext uri="{BB962C8B-B14F-4D97-AF65-F5344CB8AC3E}">
        <p14:creationId xmlns:p14="http://schemas.microsoft.com/office/powerpoint/2010/main" val="1518167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Section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A4AE9-125A-EB48-9892-E4F876E1531B}"/>
              </a:ext>
            </a:extLst>
          </p:cNvPr>
          <p:cNvSpPr>
            <a:spLocks noGrp="1"/>
          </p:cNvSpPr>
          <p:nvPr>
            <p:ph type="title" hasCustomPrompt="1"/>
          </p:nvPr>
        </p:nvSpPr>
        <p:spPr>
          <a:xfrm>
            <a:off x="838200" y="2766218"/>
            <a:ext cx="10515600" cy="1325563"/>
          </a:xfrm>
        </p:spPr>
        <p:txBody>
          <a:bodyPr/>
          <a:lstStyle>
            <a:lvl1pPr algn="ctr">
              <a:defRPr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a:t>
            </a:r>
          </a:p>
        </p:txBody>
      </p:sp>
    </p:spTree>
    <p:extLst>
      <p:ext uri="{BB962C8B-B14F-4D97-AF65-F5344CB8AC3E}">
        <p14:creationId xmlns:p14="http://schemas.microsoft.com/office/powerpoint/2010/main" val="25370153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_2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53647EBE-2F75-4648-A475-10CC72F9D9B8}"/>
              </a:ext>
            </a:extLst>
          </p:cNvPr>
          <p:cNvSpPr>
            <a:spLocks noGrp="1"/>
          </p:cNvSpPr>
          <p:nvPr>
            <p:ph sz="half" idx="1" hasCustomPrompt="1"/>
          </p:nvPr>
        </p:nvSpPr>
        <p:spPr>
          <a:xfrm>
            <a:off x="4788310" y="3057525"/>
            <a:ext cx="6272979" cy="3119438"/>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text</a:t>
            </a:r>
          </a:p>
        </p:txBody>
      </p:sp>
      <p:sp>
        <p:nvSpPr>
          <p:cNvPr id="11" name="Title 1">
            <a:extLst>
              <a:ext uri="{FF2B5EF4-FFF2-40B4-BE49-F238E27FC236}">
                <a16:creationId xmlns:a16="http://schemas.microsoft.com/office/drawing/2014/main" id="{1E15B609-97D9-7C42-A3A0-91EE73A5190E}"/>
              </a:ext>
            </a:extLst>
          </p:cNvPr>
          <p:cNvSpPr>
            <a:spLocks noGrp="1"/>
          </p:cNvSpPr>
          <p:nvPr>
            <p:ph type="ctrTitle" hasCustomPrompt="1"/>
          </p:nvPr>
        </p:nvSpPr>
        <p:spPr>
          <a:xfrm>
            <a:off x="4788310" y="609601"/>
            <a:ext cx="6272979" cy="2212257"/>
          </a:xfrm>
        </p:spPr>
        <p:txBody>
          <a:bodyPr anchor="b" anchorCtr="0">
            <a:noAutofit/>
          </a:bodyPr>
          <a:lstStyle>
            <a:lvl1pPr algn="l">
              <a:lnSpc>
                <a:spcPct val="100000"/>
              </a:lnSpc>
              <a:defRPr sz="2800" b="1" i="0" cap="all"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0" y="1"/>
            <a:ext cx="4038600" cy="3057832"/>
          </a:xfrm>
          <a:prstGeom prst="rect">
            <a:avLst/>
          </a:prstGeom>
        </p:spPr>
        <p:txBody>
          <a:bodyPr/>
          <a:lstStyle>
            <a:lvl1pPr>
              <a:defRPr>
                <a:solidFill>
                  <a:schemeClr val="bg1"/>
                </a:solidFill>
              </a:defRPr>
            </a:lvl1pPr>
          </a:lstStyle>
          <a:p>
            <a:r>
              <a:rPr lang="en-US"/>
              <a:t>Click icon to add picture</a:t>
            </a:r>
            <a:endParaRPr lang="en-US" dirty="0"/>
          </a:p>
        </p:txBody>
      </p:sp>
      <p:sp>
        <p:nvSpPr>
          <p:cNvPr id="4" name="Picture Placeholder 3">
            <a:extLst>
              <a:ext uri="{FF2B5EF4-FFF2-40B4-BE49-F238E27FC236}">
                <a16:creationId xmlns:a16="http://schemas.microsoft.com/office/drawing/2014/main" id="{EC6321C0-258F-D34E-BE40-4EED71D3F270}"/>
              </a:ext>
            </a:extLst>
          </p:cNvPr>
          <p:cNvSpPr>
            <a:spLocks noGrp="1"/>
          </p:cNvSpPr>
          <p:nvPr>
            <p:ph type="pic" sz="quarter" idx="13"/>
          </p:nvPr>
        </p:nvSpPr>
        <p:spPr>
          <a:xfrm>
            <a:off x="-1" y="3057525"/>
            <a:ext cx="4038600" cy="3800475"/>
          </a:xfrm>
          <a:prstGeom prst="rect">
            <a:avLst/>
          </a:prstGeom>
        </p:spPr>
        <p:txBody>
          <a:bodyPr/>
          <a:lstStyle>
            <a:lvl1pP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0761346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_red_4 images">
    <p:bg>
      <p:bgPr>
        <a:solidFill>
          <a:schemeClr val="tx2"/>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0F103C77-269E-7948-80B7-D18301C9CD36}"/>
              </a:ext>
            </a:extLst>
          </p:cNvPr>
          <p:cNvSpPr>
            <a:spLocks noGrp="1"/>
          </p:cNvSpPr>
          <p:nvPr>
            <p:ph type="pic" sz="quarter" idx="10"/>
          </p:nvPr>
        </p:nvSpPr>
        <p:spPr>
          <a:xfrm>
            <a:off x="7727950" y="1"/>
            <a:ext cx="4464050" cy="3057832"/>
          </a:xfrm>
          <a:prstGeom prst="rect">
            <a:avLst/>
          </a:prstGeom>
        </p:spPr>
        <p:txBody>
          <a:bodyPr/>
          <a:lstStyle>
            <a:lvl1pPr>
              <a:defRPr>
                <a:solidFill>
                  <a:schemeClr val="bg1"/>
                </a:solidFill>
              </a:defRPr>
            </a:lvl1pPr>
          </a:lstStyle>
          <a:p>
            <a:r>
              <a:rPr lang="en-US"/>
              <a:t>Click icon to add picture</a:t>
            </a:r>
            <a:endParaRPr lang="en-US" dirty="0"/>
          </a:p>
        </p:txBody>
      </p:sp>
      <p:sp>
        <p:nvSpPr>
          <p:cNvPr id="9" name="Picture Placeholder 3">
            <a:extLst>
              <a:ext uri="{FF2B5EF4-FFF2-40B4-BE49-F238E27FC236}">
                <a16:creationId xmlns:a16="http://schemas.microsoft.com/office/drawing/2014/main" id="{D109AF83-4E96-1042-9566-7179A12D8485}"/>
              </a:ext>
            </a:extLst>
          </p:cNvPr>
          <p:cNvSpPr>
            <a:spLocks noGrp="1"/>
          </p:cNvSpPr>
          <p:nvPr>
            <p:ph type="pic" sz="quarter" idx="13"/>
          </p:nvPr>
        </p:nvSpPr>
        <p:spPr>
          <a:xfrm>
            <a:off x="8153399" y="3057525"/>
            <a:ext cx="4038600" cy="3800475"/>
          </a:xfrm>
          <a:prstGeom prst="rect">
            <a:avLst/>
          </a:prstGeom>
        </p:spPr>
        <p:txBody>
          <a:bodyPr/>
          <a:lstStyle>
            <a:lvl1pPr>
              <a:defRPr>
                <a:solidFill>
                  <a:schemeClr val="bg1"/>
                </a:solidFill>
              </a:defRPr>
            </a:lvl1pPr>
          </a:lstStyle>
          <a:p>
            <a:r>
              <a:rPr lang="en-US"/>
              <a:t>Click icon to add picture</a:t>
            </a:r>
          </a:p>
        </p:txBody>
      </p:sp>
      <p:sp>
        <p:nvSpPr>
          <p:cNvPr id="11" name="Content Placeholder 2">
            <a:extLst>
              <a:ext uri="{FF2B5EF4-FFF2-40B4-BE49-F238E27FC236}">
                <a16:creationId xmlns:a16="http://schemas.microsoft.com/office/drawing/2014/main" id="{AA22398D-70D0-5A4D-8D7E-49CE23151A13}"/>
              </a:ext>
            </a:extLst>
          </p:cNvPr>
          <p:cNvSpPr>
            <a:spLocks noGrp="1"/>
          </p:cNvSpPr>
          <p:nvPr>
            <p:ph sz="half" idx="1" hasCustomPrompt="1"/>
          </p:nvPr>
        </p:nvSpPr>
        <p:spPr>
          <a:xfrm>
            <a:off x="789037" y="2772697"/>
            <a:ext cx="3084873" cy="3500284"/>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overview text</a:t>
            </a:r>
          </a:p>
        </p:txBody>
      </p:sp>
      <p:sp>
        <p:nvSpPr>
          <p:cNvPr id="12" name="Title 1">
            <a:extLst>
              <a:ext uri="{FF2B5EF4-FFF2-40B4-BE49-F238E27FC236}">
                <a16:creationId xmlns:a16="http://schemas.microsoft.com/office/drawing/2014/main" id="{83BFA674-315C-B944-9163-4B98FE49308C}"/>
              </a:ext>
            </a:extLst>
          </p:cNvPr>
          <p:cNvSpPr>
            <a:spLocks noGrp="1"/>
          </p:cNvSpPr>
          <p:nvPr>
            <p:ph type="ctrTitle" hasCustomPrompt="1"/>
          </p:nvPr>
        </p:nvSpPr>
        <p:spPr>
          <a:xfrm>
            <a:off x="789036" y="681037"/>
            <a:ext cx="3360174" cy="1934344"/>
          </a:xfrm>
        </p:spPr>
        <p:txBody>
          <a:bodyPr anchor="b" anchorCtr="0">
            <a:noAutofit/>
          </a:bodyPr>
          <a:lstStyle>
            <a:lvl1pPr algn="l">
              <a:lnSpc>
                <a:spcPct val="100000"/>
              </a:lnSpc>
              <a:defRPr sz="1800" b="1" i="0" cap="all"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13" name="Picture Placeholder 4">
            <a:extLst>
              <a:ext uri="{FF2B5EF4-FFF2-40B4-BE49-F238E27FC236}">
                <a16:creationId xmlns:a16="http://schemas.microsoft.com/office/drawing/2014/main" id="{F2E9A1B8-9E0D-1E4E-9CA6-3F69E0DF0F20}"/>
              </a:ext>
            </a:extLst>
          </p:cNvPr>
          <p:cNvSpPr>
            <a:spLocks noGrp="1"/>
          </p:cNvSpPr>
          <p:nvPr>
            <p:ph type="pic" sz="quarter" idx="14"/>
          </p:nvPr>
        </p:nvSpPr>
        <p:spPr>
          <a:xfrm>
            <a:off x="4405313" y="0"/>
            <a:ext cx="3322637" cy="3057525"/>
          </a:xfrm>
          <a:prstGeom prst="rect">
            <a:avLst/>
          </a:prstGeom>
        </p:spPr>
        <p:txBody>
          <a:bodyPr/>
          <a:lstStyle>
            <a:lvl1pPr>
              <a:defRPr>
                <a:solidFill>
                  <a:schemeClr val="bg1"/>
                </a:solidFill>
              </a:defRPr>
            </a:lvl1pPr>
          </a:lstStyle>
          <a:p>
            <a:r>
              <a:rPr lang="en-US"/>
              <a:t>Click icon to add picture</a:t>
            </a:r>
            <a:endParaRPr lang="en-US" dirty="0"/>
          </a:p>
        </p:txBody>
      </p:sp>
      <p:sp>
        <p:nvSpPr>
          <p:cNvPr id="14" name="Picture Placeholder 9">
            <a:extLst>
              <a:ext uri="{FF2B5EF4-FFF2-40B4-BE49-F238E27FC236}">
                <a16:creationId xmlns:a16="http://schemas.microsoft.com/office/drawing/2014/main" id="{32FB970B-8C8F-4348-A127-C3106F97CBA2}"/>
              </a:ext>
            </a:extLst>
          </p:cNvPr>
          <p:cNvSpPr>
            <a:spLocks noGrp="1"/>
          </p:cNvSpPr>
          <p:nvPr>
            <p:ph type="pic" sz="quarter" idx="15"/>
          </p:nvPr>
        </p:nvSpPr>
        <p:spPr>
          <a:xfrm>
            <a:off x="4405313" y="3057525"/>
            <a:ext cx="3748087" cy="3800475"/>
          </a:xfrm>
          <a:prstGeom prst="rect">
            <a:avLst/>
          </a:prstGeom>
        </p:spPr>
        <p:txBody>
          <a:bodyPr/>
          <a:lstStyle>
            <a:lvl1pPr>
              <a:defRPr>
                <a:solidFill>
                  <a:schemeClr val="bg1"/>
                </a:solidFill>
              </a:defRPr>
            </a:lvl1pPr>
          </a:lstStyle>
          <a:p>
            <a:r>
              <a:rPr lang="en-US"/>
              <a:t>Click icon to add picture</a:t>
            </a:r>
          </a:p>
        </p:txBody>
      </p:sp>
    </p:spTree>
    <p:extLst>
      <p:ext uri="{BB962C8B-B14F-4D97-AF65-F5344CB8AC3E}">
        <p14:creationId xmlns:p14="http://schemas.microsoft.com/office/powerpoint/2010/main" val="29080766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_black_4 images">
    <p:bg>
      <p:bgPr>
        <a:solidFill>
          <a:schemeClr val="tx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3F4624B5-5EFA-F44E-B599-7EEC72773A75}"/>
              </a:ext>
            </a:extLst>
          </p:cNvPr>
          <p:cNvSpPr>
            <a:spLocks noGrp="1"/>
          </p:cNvSpPr>
          <p:nvPr>
            <p:ph type="pic" sz="quarter" idx="10"/>
          </p:nvPr>
        </p:nvSpPr>
        <p:spPr>
          <a:xfrm>
            <a:off x="7727950" y="1"/>
            <a:ext cx="4464050" cy="3057832"/>
          </a:xfrm>
          <a:prstGeom prst="rect">
            <a:avLst/>
          </a:prstGeom>
        </p:spPr>
        <p:txBody>
          <a:bodyPr/>
          <a:lstStyle>
            <a:lvl1pPr>
              <a:defRPr>
                <a:solidFill>
                  <a:schemeClr val="bg1"/>
                </a:solidFill>
              </a:defRPr>
            </a:lvl1pPr>
          </a:lstStyle>
          <a:p>
            <a:r>
              <a:rPr lang="en-US"/>
              <a:t>Click icon to add picture</a:t>
            </a:r>
            <a:endParaRPr lang="en-US" dirty="0"/>
          </a:p>
        </p:txBody>
      </p:sp>
      <p:sp>
        <p:nvSpPr>
          <p:cNvPr id="9" name="Picture Placeholder 3">
            <a:extLst>
              <a:ext uri="{FF2B5EF4-FFF2-40B4-BE49-F238E27FC236}">
                <a16:creationId xmlns:a16="http://schemas.microsoft.com/office/drawing/2014/main" id="{6EAF9729-DD94-0648-8322-F062634430B3}"/>
              </a:ext>
            </a:extLst>
          </p:cNvPr>
          <p:cNvSpPr>
            <a:spLocks noGrp="1"/>
          </p:cNvSpPr>
          <p:nvPr>
            <p:ph type="pic" sz="quarter" idx="13"/>
          </p:nvPr>
        </p:nvSpPr>
        <p:spPr>
          <a:xfrm>
            <a:off x="8153399" y="3057525"/>
            <a:ext cx="4038600" cy="3800475"/>
          </a:xfrm>
          <a:prstGeom prst="rect">
            <a:avLst/>
          </a:prstGeom>
        </p:spPr>
        <p:txBody>
          <a:bodyPr/>
          <a:lstStyle>
            <a:lvl1pPr>
              <a:defRPr>
                <a:solidFill>
                  <a:schemeClr val="bg1"/>
                </a:solidFill>
              </a:defRPr>
            </a:lvl1pPr>
          </a:lstStyle>
          <a:p>
            <a:r>
              <a:rPr lang="en-US"/>
              <a:t>Click icon to add picture</a:t>
            </a:r>
            <a:endParaRPr lang="en-US" dirty="0"/>
          </a:p>
        </p:txBody>
      </p:sp>
      <p:sp>
        <p:nvSpPr>
          <p:cNvPr id="11" name="Content Placeholder 2">
            <a:extLst>
              <a:ext uri="{FF2B5EF4-FFF2-40B4-BE49-F238E27FC236}">
                <a16:creationId xmlns:a16="http://schemas.microsoft.com/office/drawing/2014/main" id="{EAA0B3E5-6BD7-7543-A477-B56C7DE952A9}"/>
              </a:ext>
            </a:extLst>
          </p:cNvPr>
          <p:cNvSpPr>
            <a:spLocks noGrp="1"/>
          </p:cNvSpPr>
          <p:nvPr>
            <p:ph sz="half" idx="1" hasCustomPrompt="1"/>
          </p:nvPr>
        </p:nvSpPr>
        <p:spPr>
          <a:xfrm>
            <a:off x="789037" y="2772697"/>
            <a:ext cx="3084873" cy="3500284"/>
          </a:xfrm>
          <a:prstGeom prst="rect">
            <a:avLst/>
          </a:prstGeom>
        </p:spPr>
        <p:txBody>
          <a:bodyPr>
            <a:normAutofit/>
          </a:bodyPr>
          <a:lstStyle>
            <a:lvl1pPr marL="0" indent="0" algn="l">
              <a:buFontTx/>
              <a:buNone/>
              <a:defRPr sz="1400" b="0" i="0" baseline="0">
                <a:solidFill>
                  <a:schemeClr val="bg1"/>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overview text</a:t>
            </a:r>
          </a:p>
        </p:txBody>
      </p:sp>
      <p:sp>
        <p:nvSpPr>
          <p:cNvPr id="12" name="Title 1">
            <a:extLst>
              <a:ext uri="{FF2B5EF4-FFF2-40B4-BE49-F238E27FC236}">
                <a16:creationId xmlns:a16="http://schemas.microsoft.com/office/drawing/2014/main" id="{2C0D2281-CB9A-B041-A31F-804FC47FA8DE}"/>
              </a:ext>
            </a:extLst>
          </p:cNvPr>
          <p:cNvSpPr>
            <a:spLocks noGrp="1"/>
          </p:cNvSpPr>
          <p:nvPr>
            <p:ph type="ctrTitle" hasCustomPrompt="1"/>
          </p:nvPr>
        </p:nvSpPr>
        <p:spPr>
          <a:xfrm>
            <a:off x="789036" y="681037"/>
            <a:ext cx="3360174" cy="1934344"/>
          </a:xfrm>
        </p:spPr>
        <p:txBody>
          <a:bodyPr anchor="b" anchorCtr="0">
            <a:noAutofit/>
          </a:bodyPr>
          <a:lstStyle>
            <a:lvl1pPr algn="l">
              <a:lnSpc>
                <a:spcPct val="100000"/>
              </a:lnSpc>
              <a:defRPr sz="1800" b="1" i="0" cap="all" baseline="0">
                <a:solidFill>
                  <a:schemeClr val="bg1"/>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13" name="Picture Placeholder 4">
            <a:extLst>
              <a:ext uri="{FF2B5EF4-FFF2-40B4-BE49-F238E27FC236}">
                <a16:creationId xmlns:a16="http://schemas.microsoft.com/office/drawing/2014/main" id="{D5D0BED8-BF24-8942-AB6E-E45F5B4FF55F}"/>
              </a:ext>
            </a:extLst>
          </p:cNvPr>
          <p:cNvSpPr>
            <a:spLocks noGrp="1"/>
          </p:cNvSpPr>
          <p:nvPr>
            <p:ph type="pic" sz="quarter" idx="14"/>
          </p:nvPr>
        </p:nvSpPr>
        <p:spPr>
          <a:xfrm>
            <a:off x="4405313" y="0"/>
            <a:ext cx="3322637" cy="3057525"/>
          </a:xfrm>
          <a:prstGeom prst="rect">
            <a:avLst/>
          </a:prstGeom>
        </p:spPr>
        <p:txBody>
          <a:bodyPr/>
          <a:lstStyle>
            <a:lvl1pPr>
              <a:defRPr>
                <a:solidFill>
                  <a:schemeClr val="bg1"/>
                </a:solidFill>
              </a:defRPr>
            </a:lvl1pPr>
          </a:lstStyle>
          <a:p>
            <a:r>
              <a:rPr lang="en-US"/>
              <a:t>Click icon to add picture</a:t>
            </a:r>
            <a:endParaRPr lang="en-US" dirty="0"/>
          </a:p>
        </p:txBody>
      </p:sp>
      <p:sp>
        <p:nvSpPr>
          <p:cNvPr id="14" name="Picture Placeholder 9">
            <a:extLst>
              <a:ext uri="{FF2B5EF4-FFF2-40B4-BE49-F238E27FC236}">
                <a16:creationId xmlns:a16="http://schemas.microsoft.com/office/drawing/2014/main" id="{AFBC5267-469F-D74D-8F54-83FE4B0801A3}"/>
              </a:ext>
            </a:extLst>
          </p:cNvPr>
          <p:cNvSpPr>
            <a:spLocks noGrp="1"/>
          </p:cNvSpPr>
          <p:nvPr>
            <p:ph type="pic" sz="quarter" idx="15"/>
          </p:nvPr>
        </p:nvSpPr>
        <p:spPr>
          <a:xfrm>
            <a:off x="4405313" y="3057525"/>
            <a:ext cx="3748087" cy="3800475"/>
          </a:xfrm>
          <a:prstGeom prst="rect">
            <a:avLst/>
          </a:prstGeom>
        </p:spPr>
        <p:txBody>
          <a:bodyPr/>
          <a:lstStyle>
            <a:lvl1pPr>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272170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_white_4 images">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8D38BB-3AE3-CE42-AD2B-187BB93C9760}"/>
              </a:ext>
            </a:extLst>
          </p:cNvPr>
          <p:cNvSpPr>
            <a:spLocks noGrp="1"/>
          </p:cNvSpPr>
          <p:nvPr>
            <p:ph type="pic" sz="quarter" idx="10"/>
          </p:nvPr>
        </p:nvSpPr>
        <p:spPr>
          <a:xfrm>
            <a:off x="7727950" y="1"/>
            <a:ext cx="4464050" cy="3057832"/>
          </a:xfrm>
          <a:prstGeom prst="rect">
            <a:avLst/>
          </a:prstGeom>
        </p:spPr>
        <p:txBody>
          <a:bodyPr/>
          <a:lstStyle/>
          <a:p>
            <a:r>
              <a:rPr lang="en-US"/>
              <a:t>Click icon to add picture</a:t>
            </a:r>
            <a:endParaRPr lang="en-US" dirty="0"/>
          </a:p>
        </p:txBody>
      </p:sp>
      <p:sp>
        <p:nvSpPr>
          <p:cNvPr id="4" name="Picture Placeholder 3">
            <a:extLst>
              <a:ext uri="{FF2B5EF4-FFF2-40B4-BE49-F238E27FC236}">
                <a16:creationId xmlns:a16="http://schemas.microsoft.com/office/drawing/2014/main" id="{EC6321C0-258F-D34E-BE40-4EED71D3F270}"/>
              </a:ext>
            </a:extLst>
          </p:cNvPr>
          <p:cNvSpPr>
            <a:spLocks noGrp="1"/>
          </p:cNvSpPr>
          <p:nvPr>
            <p:ph type="pic" sz="quarter" idx="13"/>
          </p:nvPr>
        </p:nvSpPr>
        <p:spPr>
          <a:xfrm>
            <a:off x="8153399" y="3057525"/>
            <a:ext cx="4038600" cy="3800475"/>
          </a:xfrm>
          <a:prstGeom prst="rect">
            <a:avLst/>
          </a:prstGeom>
        </p:spPr>
        <p:txBody>
          <a:bodyPr/>
          <a:lstStyle/>
          <a:p>
            <a:r>
              <a:rPr lang="en-US"/>
              <a:t>Click icon to add picture</a:t>
            </a:r>
          </a:p>
        </p:txBody>
      </p:sp>
      <p:sp>
        <p:nvSpPr>
          <p:cNvPr id="6" name="Content Placeholder 2">
            <a:extLst>
              <a:ext uri="{FF2B5EF4-FFF2-40B4-BE49-F238E27FC236}">
                <a16:creationId xmlns:a16="http://schemas.microsoft.com/office/drawing/2014/main" id="{675525EF-4A76-B245-A49A-4C8B530C8EC1}"/>
              </a:ext>
            </a:extLst>
          </p:cNvPr>
          <p:cNvSpPr>
            <a:spLocks noGrp="1"/>
          </p:cNvSpPr>
          <p:nvPr>
            <p:ph sz="half" idx="1" hasCustomPrompt="1"/>
          </p:nvPr>
        </p:nvSpPr>
        <p:spPr>
          <a:xfrm>
            <a:off x="789037" y="2772697"/>
            <a:ext cx="3084873" cy="3500284"/>
          </a:xfrm>
          <a:prstGeom prst="rect">
            <a:avLst/>
          </a:prstGeom>
        </p:spPr>
        <p:txBody>
          <a:bodyPr>
            <a:normAutofit/>
          </a:bodyPr>
          <a:lstStyle>
            <a:lvl1pPr marL="0" indent="0" algn="l">
              <a:buFontTx/>
              <a:buNone/>
              <a:defRPr sz="1400" b="0" i="0" baseline="0">
                <a:solidFill>
                  <a:schemeClr val="tx1">
                    <a:lumMod val="95000"/>
                    <a:lumOff val="5000"/>
                  </a:schemeClr>
                </a:solidFill>
                <a:latin typeface="Gotham Office" panose="02000000000000000000" pitchFamily="2" charset="0"/>
                <a:cs typeface="Arial" panose="020B0604020202020204" pitchFamily="34" charset="0"/>
              </a:defRPr>
            </a:lvl1pPr>
            <a:lvl2pPr marL="457200" indent="0" algn="l">
              <a:buFontTx/>
              <a:buNone/>
              <a:defRPr sz="1400"/>
            </a:lvl2pPr>
            <a:lvl3pPr marL="914400" indent="0" algn="l">
              <a:buFontTx/>
              <a:buNone/>
              <a:defRPr sz="1400"/>
            </a:lvl3pPr>
            <a:lvl4pPr marL="1371600" indent="0" algn="l">
              <a:buFontTx/>
              <a:buNone/>
              <a:defRPr sz="1400"/>
            </a:lvl4pPr>
            <a:lvl5pPr marL="1828800" indent="0" algn="l">
              <a:buFontTx/>
              <a:buNone/>
              <a:defRPr sz="1400"/>
            </a:lvl5pPr>
          </a:lstStyle>
          <a:p>
            <a:pPr lvl="0"/>
            <a:r>
              <a:rPr lang="en-US" dirty="0"/>
              <a:t>Click to edit slide overview text</a:t>
            </a:r>
          </a:p>
        </p:txBody>
      </p:sp>
      <p:sp>
        <p:nvSpPr>
          <p:cNvPr id="7" name="Title 1">
            <a:extLst>
              <a:ext uri="{FF2B5EF4-FFF2-40B4-BE49-F238E27FC236}">
                <a16:creationId xmlns:a16="http://schemas.microsoft.com/office/drawing/2014/main" id="{208B9E01-F96C-5D4D-942E-F82330466795}"/>
              </a:ext>
            </a:extLst>
          </p:cNvPr>
          <p:cNvSpPr>
            <a:spLocks noGrp="1"/>
          </p:cNvSpPr>
          <p:nvPr>
            <p:ph type="ctrTitle" hasCustomPrompt="1"/>
          </p:nvPr>
        </p:nvSpPr>
        <p:spPr>
          <a:xfrm>
            <a:off x="789036" y="681037"/>
            <a:ext cx="3360174" cy="1934344"/>
          </a:xfrm>
        </p:spPr>
        <p:txBody>
          <a:bodyPr anchor="b" anchorCtr="0">
            <a:noAutofit/>
          </a:bodyPr>
          <a:lstStyle>
            <a:lvl1pPr algn="l">
              <a:lnSpc>
                <a:spcPct val="100000"/>
              </a:lnSpc>
              <a:defRPr sz="1800" b="1" i="0" cap="all" baseline="0">
                <a:solidFill>
                  <a:schemeClr val="tx2"/>
                </a:solidFill>
                <a:latin typeface="Gotham Office" panose="02000000000000000000" pitchFamily="2" charset="0"/>
                <a:cs typeface="Arial" panose="020B0604020202020204" pitchFamily="34" charset="0"/>
              </a:defRPr>
            </a:lvl1pPr>
          </a:lstStyle>
          <a:p>
            <a:r>
              <a:rPr lang="en-US" dirty="0"/>
              <a:t>Click to edit slide title</a:t>
            </a:r>
          </a:p>
        </p:txBody>
      </p:sp>
      <p:sp>
        <p:nvSpPr>
          <p:cNvPr id="5" name="Picture Placeholder 4">
            <a:extLst>
              <a:ext uri="{FF2B5EF4-FFF2-40B4-BE49-F238E27FC236}">
                <a16:creationId xmlns:a16="http://schemas.microsoft.com/office/drawing/2014/main" id="{F8E24DD8-E3CB-C44E-B124-2FED3EAC172C}"/>
              </a:ext>
            </a:extLst>
          </p:cNvPr>
          <p:cNvSpPr>
            <a:spLocks noGrp="1"/>
          </p:cNvSpPr>
          <p:nvPr>
            <p:ph type="pic" sz="quarter" idx="14"/>
          </p:nvPr>
        </p:nvSpPr>
        <p:spPr>
          <a:xfrm>
            <a:off x="4405313" y="0"/>
            <a:ext cx="3322637" cy="3057525"/>
          </a:xfrm>
          <a:prstGeom prst="rect">
            <a:avLst/>
          </a:prstGeom>
        </p:spPr>
        <p:txBody>
          <a:bodyPr/>
          <a:lstStyle/>
          <a:p>
            <a:r>
              <a:rPr lang="en-US"/>
              <a:t>Click icon to add picture</a:t>
            </a:r>
            <a:endParaRPr lang="en-US" dirty="0"/>
          </a:p>
        </p:txBody>
      </p:sp>
      <p:sp>
        <p:nvSpPr>
          <p:cNvPr id="10" name="Picture Placeholder 9">
            <a:extLst>
              <a:ext uri="{FF2B5EF4-FFF2-40B4-BE49-F238E27FC236}">
                <a16:creationId xmlns:a16="http://schemas.microsoft.com/office/drawing/2014/main" id="{943D30A8-A144-EF45-AFF8-031FA5665C07}"/>
              </a:ext>
            </a:extLst>
          </p:cNvPr>
          <p:cNvSpPr>
            <a:spLocks noGrp="1"/>
          </p:cNvSpPr>
          <p:nvPr>
            <p:ph type="pic" sz="quarter" idx="15"/>
          </p:nvPr>
        </p:nvSpPr>
        <p:spPr>
          <a:xfrm>
            <a:off x="4405313" y="3057525"/>
            <a:ext cx="3748087" cy="3800475"/>
          </a:xfrm>
          <a:prstGeom prst="rect">
            <a:avLst/>
          </a:prstGeom>
        </p:spPr>
        <p:txBody>
          <a:bodyPr/>
          <a:lstStyle/>
          <a:p>
            <a:r>
              <a:rPr lang="en-US"/>
              <a:t>Click icon to add picture</a:t>
            </a:r>
          </a:p>
        </p:txBody>
      </p:sp>
    </p:spTree>
    <p:extLst>
      <p:ext uri="{BB962C8B-B14F-4D97-AF65-F5344CB8AC3E}">
        <p14:creationId xmlns:p14="http://schemas.microsoft.com/office/powerpoint/2010/main" val="5140350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_columns_red">
    <p:bg>
      <p:bgPr>
        <a:solidFill>
          <a:schemeClr val="tx2"/>
        </a:solid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13" name="Title 1">
            <a:extLst>
              <a:ext uri="{FF2B5EF4-FFF2-40B4-BE49-F238E27FC236}">
                <a16:creationId xmlns:a16="http://schemas.microsoft.com/office/drawing/2014/main" id="{886D4D86-56C1-4E4E-B383-67AECBB472A9}"/>
              </a:ext>
            </a:extLst>
          </p:cNvPr>
          <p:cNvSpPr>
            <a:spLocks noGrp="1"/>
          </p:cNvSpPr>
          <p:nvPr>
            <p:ph type="ctrTitle" hasCustomPrompt="1"/>
          </p:nvPr>
        </p:nvSpPr>
        <p:spPr>
          <a:xfrm>
            <a:off x="838200" y="882466"/>
            <a:ext cx="10103069" cy="1154756"/>
          </a:xfrm>
        </p:spPr>
        <p:txBody>
          <a:bodyPr anchor="b" anchorCtr="0">
            <a:noAutofit/>
          </a:bodyPr>
          <a:lstStyle>
            <a:lvl1pPr algn="l">
              <a:lnSpc>
                <a:spcPct val="100000"/>
              </a:lnSpc>
              <a:defRPr sz="2800" b="1" i="0" cap="none"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cxnSp>
        <p:nvCxnSpPr>
          <p:cNvPr id="14" name="Straight Connector 13">
            <a:extLst>
              <a:ext uri="{FF2B5EF4-FFF2-40B4-BE49-F238E27FC236}">
                <a16:creationId xmlns:a16="http://schemas.microsoft.com/office/drawing/2014/main" id="{E32351E9-95AC-3E41-9B94-396FA0B1B68D}"/>
              </a:ext>
            </a:extLst>
          </p:cNvPr>
          <p:cNvCxnSpPr/>
          <p:nvPr userDrawn="1"/>
        </p:nvCxnSpPr>
        <p:spPr>
          <a:xfrm>
            <a:off x="4114144" y="2265363"/>
            <a:ext cx="0" cy="38797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4AFFB0A-4269-EF4E-A8CB-6BEC49D0ED29}"/>
              </a:ext>
            </a:extLst>
          </p:cNvPr>
          <p:cNvCxnSpPr/>
          <p:nvPr userDrawn="1"/>
        </p:nvCxnSpPr>
        <p:spPr>
          <a:xfrm>
            <a:off x="7676699" y="2265363"/>
            <a:ext cx="0" cy="38797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 Placeholder 9">
            <a:extLst>
              <a:ext uri="{FF2B5EF4-FFF2-40B4-BE49-F238E27FC236}">
                <a16:creationId xmlns:a16="http://schemas.microsoft.com/office/drawing/2014/main" id="{B49F8244-950E-0E48-BB9B-F4A9A9C6458C}"/>
              </a:ext>
            </a:extLst>
          </p:cNvPr>
          <p:cNvSpPr>
            <a:spLocks noGrp="1"/>
          </p:cNvSpPr>
          <p:nvPr>
            <p:ph type="body" sz="quarter" idx="15" hasCustomPrompt="1"/>
          </p:nvPr>
        </p:nvSpPr>
        <p:spPr>
          <a:xfrm>
            <a:off x="837748" y="2269571"/>
            <a:ext cx="2988997" cy="694147"/>
          </a:xfrm>
          <a:prstGeom prst="rect">
            <a:avLst/>
          </a:prstGeom>
          <a:noFill/>
        </p:spPr>
        <p:txBody>
          <a:bodyPr>
            <a:noAutofit/>
          </a:bodyPr>
          <a:lstStyle>
            <a:lvl1pPr marL="0" indent="0">
              <a:buFontTx/>
              <a:buNone/>
              <a:defRPr sz="1600" b="1" i="0" cap="all" baseline="0">
                <a:solidFill>
                  <a:schemeClr val="tx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2" name="Content Placeholder 3">
            <a:extLst>
              <a:ext uri="{FF2B5EF4-FFF2-40B4-BE49-F238E27FC236}">
                <a16:creationId xmlns:a16="http://schemas.microsoft.com/office/drawing/2014/main" id="{5F1E4186-1E70-2F45-A4C9-B6CBDEF54B4A}"/>
              </a:ext>
            </a:extLst>
          </p:cNvPr>
          <p:cNvSpPr>
            <a:spLocks noGrp="1"/>
          </p:cNvSpPr>
          <p:nvPr>
            <p:ph sz="quarter" idx="19" hasCustomPrompt="1"/>
          </p:nvPr>
        </p:nvSpPr>
        <p:spPr>
          <a:xfrm>
            <a:off x="838200"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3" name="Text Placeholder 9">
            <a:extLst>
              <a:ext uri="{FF2B5EF4-FFF2-40B4-BE49-F238E27FC236}">
                <a16:creationId xmlns:a16="http://schemas.microsoft.com/office/drawing/2014/main" id="{55987EEB-8FDA-DF44-AD42-B46114DCEFD5}"/>
              </a:ext>
            </a:extLst>
          </p:cNvPr>
          <p:cNvSpPr>
            <a:spLocks noGrp="1"/>
          </p:cNvSpPr>
          <p:nvPr>
            <p:ph type="body" sz="quarter" idx="20" hasCustomPrompt="1"/>
          </p:nvPr>
        </p:nvSpPr>
        <p:spPr>
          <a:xfrm>
            <a:off x="4413250" y="2269571"/>
            <a:ext cx="2988997" cy="694147"/>
          </a:xfrm>
          <a:prstGeom prst="rect">
            <a:avLst/>
          </a:prstGeom>
          <a:noFill/>
        </p:spPr>
        <p:txBody>
          <a:bodyPr>
            <a:noAutofit/>
          </a:bodyPr>
          <a:lstStyle>
            <a:lvl1pPr marL="0" indent="0">
              <a:buFontTx/>
              <a:buNone/>
              <a:defRPr sz="1600" b="1" i="0" cap="all" baseline="0">
                <a:solidFill>
                  <a:schemeClr val="tx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4" name="Content Placeholder 3">
            <a:extLst>
              <a:ext uri="{FF2B5EF4-FFF2-40B4-BE49-F238E27FC236}">
                <a16:creationId xmlns:a16="http://schemas.microsoft.com/office/drawing/2014/main" id="{DDE38711-42C9-6D49-A75F-8EE74BACC623}"/>
              </a:ext>
            </a:extLst>
          </p:cNvPr>
          <p:cNvSpPr>
            <a:spLocks noGrp="1"/>
          </p:cNvSpPr>
          <p:nvPr>
            <p:ph sz="quarter" idx="21" hasCustomPrompt="1"/>
          </p:nvPr>
        </p:nvSpPr>
        <p:spPr>
          <a:xfrm>
            <a:off x="4413702"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5" name="Text Placeholder 9">
            <a:extLst>
              <a:ext uri="{FF2B5EF4-FFF2-40B4-BE49-F238E27FC236}">
                <a16:creationId xmlns:a16="http://schemas.microsoft.com/office/drawing/2014/main" id="{B294B225-7051-7D45-8E1D-068BDE22CCE1}"/>
              </a:ext>
            </a:extLst>
          </p:cNvPr>
          <p:cNvSpPr>
            <a:spLocks noGrp="1"/>
          </p:cNvSpPr>
          <p:nvPr>
            <p:ph type="body" sz="quarter" idx="22" hasCustomPrompt="1"/>
          </p:nvPr>
        </p:nvSpPr>
        <p:spPr>
          <a:xfrm>
            <a:off x="7966696" y="2269571"/>
            <a:ext cx="2988997" cy="694147"/>
          </a:xfrm>
          <a:prstGeom prst="rect">
            <a:avLst/>
          </a:prstGeom>
          <a:noFill/>
        </p:spPr>
        <p:txBody>
          <a:bodyPr>
            <a:noAutofit/>
          </a:bodyPr>
          <a:lstStyle>
            <a:lvl1pPr marL="0" indent="0">
              <a:buFontTx/>
              <a:buNone/>
              <a:defRPr sz="1600" b="1" i="0" cap="all" baseline="0">
                <a:solidFill>
                  <a:schemeClr val="tx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6" name="Content Placeholder 3">
            <a:extLst>
              <a:ext uri="{FF2B5EF4-FFF2-40B4-BE49-F238E27FC236}">
                <a16:creationId xmlns:a16="http://schemas.microsoft.com/office/drawing/2014/main" id="{9133C24A-3680-F94F-932E-BFE8410E974D}"/>
              </a:ext>
            </a:extLst>
          </p:cNvPr>
          <p:cNvSpPr>
            <a:spLocks noGrp="1"/>
          </p:cNvSpPr>
          <p:nvPr>
            <p:ph sz="quarter" idx="23" hasCustomPrompt="1"/>
          </p:nvPr>
        </p:nvSpPr>
        <p:spPr>
          <a:xfrm>
            <a:off x="7967148"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Tree>
    <p:extLst>
      <p:ext uri="{BB962C8B-B14F-4D97-AF65-F5344CB8AC3E}">
        <p14:creationId xmlns:p14="http://schemas.microsoft.com/office/powerpoint/2010/main" val="39318953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_columns_red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11" name="Title 1">
            <a:extLst>
              <a:ext uri="{FF2B5EF4-FFF2-40B4-BE49-F238E27FC236}">
                <a16:creationId xmlns:a16="http://schemas.microsoft.com/office/drawing/2014/main" id="{59C231A2-4079-C142-A30E-FD4330F999C9}"/>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3" name="Text Placeholder 9">
            <a:extLst>
              <a:ext uri="{FF2B5EF4-FFF2-40B4-BE49-F238E27FC236}">
                <a16:creationId xmlns:a16="http://schemas.microsoft.com/office/drawing/2014/main" id="{9AC06A8C-E80C-2144-8C6B-3AD26235AE46}"/>
              </a:ext>
            </a:extLst>
          </p:cNvPr>
          <p:cNvSpPr>
            <a:spLocks noGrp="1"/>
          </p:cNvSpPr>
          <p:nvPr>
            <p:ph type="body" sz="quarter" idx="15" hasCustomPrompt="1"/>
          </p:nvPr>
        </p:nvSpPr>
        <p:spPr>
          <a:xfrm>
            <a:off x="5014461" y="2269571"/>
            <a:ext cx="2988997" cy="694147"/>
          </a:xfrm>
          <a:prstGeom prst="rect">
            <a:avLst/>
          </a:prstGeom>
          <a:noFill/>
        </p:spPr>
        <p:txBody>
          <a:bodyPr>
            <a:noAutofit/>
          </a:bodyPr>
          <a:lstStyle>
            <a:lvl1pPr marL="0" indent="0">
              <a:buFontTx/>
              <a:buNone/>
              <a:defRPr sz="1600" b="1" i="0" cap="all" baseline="0">
                <a:solidFill>
                  <a:schemeClr val="tx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4" name="Text Placeholder 11">
            <a:extLst>
              <a:ext uri="{FF2B5EF4-FFF2-40B4-BE49-F238E27FC236}">
                <a16:creationId xmlns:a16="http://schemas.microsoft.com/office/drawing/2014/main" id="{6EB29AB7-EF85-F14D-84FB-2489036F5643}"/>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sp>
        <p:nvSpPr>
          <p:cNvPr id="17" name="Content Placeholder 3">
            <a:extLst>
              <a:ext uri="{FF2B5EF4-FFF2-40B4-BE49-F238E27FC236}">
                <a16:creationId xmlns:a16="http://schemas.microsoft.com/office/drawing/2014/main" id="{F0DC0FE5-9492-3748-A02C-BFE5C2EE64C8}"/>
              </a:ext>
            </a:extLst>
          </p:cNvPr>
          <p:cNvSpPr>
            <a:spLocks noGrp="1"/>
          </p:cNvSpPr>
          <p:nvPr>
            <p:ph sz="quarter" idx="19" hasCustomPrompt="1"/>
          </p:nvPr>
        </p:nvSpPr>
        <p:spPr>
          <a:xfrm>
            <a:off x="5014913"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8" name="Text Placeholder 9">
            <a:extLst>
              <a:ext uri="{FF2B5EF4-FFF2-40B4-BE49-F238E27FC236}">
                <a16:creationId xmlns:a16="http://schemas.microsoft.com/office/drawing/2014/main" id="{0801D973-D4E6-F946-824B-5E3C34E88CDC}"/>
              </a:ext>
            </a:extLst>
          </p:cNvPr>
          <p:cNvSpPr>
            <a:spLocks noGrp="1"/>
          </p:cNvSpPr>
          <p:nvPr>
            <p:ph type="body" sz="quarter" idx="20" hasCustomPrompt="1"/>
          </p:nvPr>
        </p:nvSpPr>
        <p:spPr>
          <a:xfrm>
            <a:off x="8092941" y="2269571"/>
            <a:ext cx="2988997" cy="694147"/>
          </a:xfrm>
          <a:prstGeom prst="rect">
            <a:avLst/>
          </a:prstGeom>
          <a:noFill/>
        </p:spPr>
        <p:txBody>
          <a:bodyPr>
            <a:noAutofit/>
          </a:bodyPr>
          <a:lstStyle>
            <a:lvl1pPr marL="0" indent="0">
              <a:buFontTx/>
              <a:buNone/>
              <a:defRPr sz="1600" b="1" i="0" cap="all" baseline="0">
                <a:solidFill>
                  <a:schemeClr val="tx1"/>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9" name="Content Placeholder 3">
            <a:extLst>
              <a:ext uri="{FF2B5EF4-FFF2-40B4-BE49-F238E27FC236}">
                <a16:creationId xmlns:a16="http://schemas.microsoft.com/office/drawing/2014/main" id="{DDDFFD65-4213-0748-88CD-FD0B7985CBB7}"/>
              </a:ext>
            </a:extLst>
          </p:cNvPr>
          <p:cNvSpPr>
            <a:spLocks noGrp="1"/>
          </p:cNvSpPr>
          <p:nvPr>
            <p:ph sz="quarter" idx="21" hasCustomPrompt="1"/>
          </p:nvPr>
        </p:nvSpPr>
        <p:spPr>
          <a:xfrm>
            <a:off x="8093393"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2" name="Text Placeholder 5">
            <a:extLst>
              <a:ext uri="{FF2B5EF4-FFF2-40B4-BE49-F238E27FC236}">
                <a16:creationId xmlns:a16="http://schemas.microsoft.com/office/drawing/2014/main" id="{7D2B0047-6066-4545-9771-4A7C869FC687}"/>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17945589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_columns_black">
    <p:bg>
      <p:bgPr>
        <a:solidFill>
          <a:schemeClr val="tx1"/>
        </a:solid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13" name="Title 1">
            <a:extLst>
              <a:ext uri="{FF2B5EF4-FFF2-40B4-BE49-F238E27FC236}">
                <a16:creationId xmlns:a16="http://schemas.microsoft.com/office/drawing/2014/main" id="{7BDCEF83-4C03-1540-8FD7-87D64FE7AF6D}"/>
              </a:ext>
            </a:extLst>
          </p:cNvPr>
          <p:cNvSpPr>
            <a:spLocks noGrp="1"/>
          </p:cNvSpPr>
          <p:nvPr>
            <p:ph type="ctrTitle" hasCustomPrompt="1"/>
          </p:nvPr>
        </p:nvSpPr>
        <p:spPr>
          <a:xfrm>
            <a:off x="838200" y="882466"/>
            <a:ext cx="10103069" cy="1154756"/>
          </a:xfrm>
        </p:spPr>
        <p:txBody>
          <a:bodyPr anchor="b" anchorCtr="0">
            <a:noAutofit/>
          </a:bodyPr>
          <a:lstStyle>
            <a:lvl1pPr algn="l">
              <a:lnSpc>
                <a:spcPct val="100000"/>
              </a:lnSpc>
              <a:defRPr sz="2800" b="1" i="0" cap="none"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cxnSp>
        <p:nvCxnSpPr>
          <p:cNvPr id="14" name="Straight Connector 13">
            <a:extLst>
              <a:ext uri="{FF2B5EF4-FFF2-40B4-BE49-F238E27FC236}">
                <a16:creationId xmlns:a16="http://schemas.microsoft.com/office/drawing/2014/main" id="{4CA79A2C-A13D-2D4C-B9E8-C9664B5CD25E}"/>
              </a:ext>
            </a:extLst>
          </p:cNvPr>
          <p:cNvCxnSpPr/>
          <p:nvPr userDrawn="1"/>
        </p:nvCxnSpPr>
        <p:spPr>
          <a:xfrm>
            <a:off x="4114144" y="2265363"/>
            <a:ext cx="0" cy="38797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D66D258-6242-A34E-B930-C698E25525CD}"/>
              </a:ext>
            </a:extLst>
          </p:cNvPr>
          <p:cNvCxnSpPr/>
          <p:nvPr userDrawn="1"/>
        </p:nvCxnSpPr>
        <p:spPr>
          <a:xfrm>
            <a:off x="7676699" y="2265363"/>
            <a:ext cx="0" cy="387979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 Placeholder 9">
            <a:extLst>
              <a:ext uri="{FF2B5EF4-FFF2-40B4-BE49-F238E27FC236}">
                <a16:creationId xmlns:a16="http://schemas.microsoft.com/office/drawing/2014/main" id="{AED91392-AA16-6A4C-8E7E-C2A4F543196E}"/>
              </a:ext>
            </a:extLst>
          </p:cNvPr>
          <p:cNvSpPr>
            <a:spLocks noGrp="1"/>
          </p:cNvSpPr>
          <p:nvPr>
            <p:ph type="body" sz="quarter" idx="15" hasCustomPrompt="1"/>
          </p:nvPr>
        </p:nvSpPr>
        <p:spPr>
          <a:xfrm>
            <a:off x="837748"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2" name="Content Placeholder 3">
            <a:extLst>
              <a:ext uri="{FF2B5EF4-FFF2-40B4-BE49-F238E27FC236}">
                <a16:creationId xmlns:a16="http://schemas.microsoft.com/office/drawing/2014/main" id="{246F8F2E-BDEF-B74A-95F5-E8C05F83FC8E}"/>
              </a:ext>
            </a:extLst>
          </p:cNvPr>
          <p:cNvSpPr>
            <a:spLocks noGrp="1"/>
          </p:cNvSpPr>
          <p:nvPr>
            <p:ph sz="quarter" idx="19" hasCustomPrompt="1"/>
          </p:nvPr>
        </p:nvSpPr>
        <p:spPr>
          <a:xfrm>
            <a:off x="838200"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3" name="Text Placeholder 9">
            <a:extLst>
              <a:ext uri="{FF2B5EF4-FFF2-40B4-BE49-F238E27FC236}">
                <a16:creationId xmlns:a16="http://schemas.microsoft.com/office/drawing/2014/main" id="{813E4453-521E-174B-9488-7B31D9D60CC5}"/>
              </a:ext>
            </a:extLst>
          </p:cNvPr>
          <p:cNvSpPr>
            <a:spLocks noGrp="1"/>
          </p:cNvSpPr>
          <p:nvPr>
            <p:ph type="body" sz="quarter" idx="20" hasCustomPrompt="1"/>
          </p:nvPr>
        </p:nvSpPr>
        <p:spPr>
          <a:xfrm>
            <a:off x="4413250"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4" name="Content Placeholder 3">
            <a:extLst>
              <a:ext uri="{FF2B5EF4-FFF2-40B4-BE49-F238E27FC236}">
                <a16:creationId xmlns:a16="http://schemas.microsoft.com/office/drawing/2014/main" id="{5A34013A-06FD-6640-8DB0-FC16E160A472}"/>
              </a:ext>
            </a:extLst>
          </p:cNvPr>
          <p:cNvSpPr>
            <a:spLocks noGrp="1"/>
          </p:cNvSpPr>
          <p:nvPr>
            <p:ph sz="quarter" idx="21" hasCustomPrompt="1"/>
          </p:nvPr>
        </p:nvSpPr>
        <p:spPr>
          <a:xfrm>
            <a:off x="4413702"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5" name="Text Placeholder 9">
            <a:extLst>
              <a:ext uri="{FF2B5EF4-FFF2-40B4-BE49-F238E27FC236}">
                <a16:creationId xmlns:a16="http://schemas.microsoft.com/office/drawing/2014/main" id="{CBDBD18D-D586-7941-875D-DFEA83253893}"/>
              </a:ext>
            </a:extLst>
          </p:cNvPr>
          <p:cNvSpPr>
            <a:spLocks noGrp="1"/>
          </p:cNvSpPr>
          <p:nvPr>
            <p:ph type="body" sz="quarter" idx="22" hasCustomPrompt="1"/>
          </p:nvPr>
        </p:nvSpPr>
        <p:spPr>
          <a:xfrm>
            <a:off x="7966696"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6" name="Content Placeholder 3">
            <a:extLst>
              <a:ext uri="{FF2B5EF4-FFF2-40B4-BE49-F238E27FC236}">
                <a16:creationId xmlns:a16="http://schemas.microsoft.com/office/drawing/2014/main" id="{07C1A933-5332-CA49-9FAF-AF4AC536C8ED}"/>
              </a:ext>
            </a:extLst>
          </p:cNvPr>
          <p:cNvSpPr>
            <a:spLocks noGrp="1"/>
          </p:cNvSpPr>
          <p:nvPr>
            <p:ph sz="quarter" idx="23" hasCustomPrompt="1"/>
          </p:nvPr>
        </p:nvSpPr>
        <p:spPr>
          <a:xfrm>
            <a:off x="7967148"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Tree>
    <p:extLst>
      <p:ext uri="{BB962C8B-B14F-4D97-AF65-F5344CB8AC3E}">
        <p14:creationId xmlns:p14="http://schemas.microsoft.com/office/powerpoint/2010/main" val="11069413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_columns_black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11" name="Title 1">
            <a:extLst>
              <a:ext uri="{FF2B5EF4-FFF2-40B4-BE49-F238E27FC236}">
                <a16:creationId xmlns:a16="http://schemas.microsoft.com/office/drawing/2014/main" id="{8B862D9D-B1D9-D241-BBC4-55C2568E150E}"/>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3" name="Text Placeholder 9">
            <a:extLst>
              <a:ext uri="{FF2B5EF4-FFF2-40B4-BE49-F238E27FC236}">
                <a16:creationId xmlns:a16="http://schemas.microsoft.com/office/drawing/2014/main" id="{62F8C19E-2B9D-6040-972F-2228E70442C9}"/>
              </a:ext>
            </a:extLst>
          </p:cNvPr>
          <p:cNvSpPr>
            <a:spLocks noGrp="1"/>
          </p:cNvSpPr>
          <p:nvPr>
            <p:ph type="body" sz="quarter" idx="15" hasCustomPrompt="1"/>
          </p:nvPr>
        </p:nvSpPr>
        <p:spPr>
          <a:xfrm>
            <a:off x="5014461"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4" name="Text Placeholder 11">
            <a:extLst>
              <a:ext uri="{FF2B5EF4-FFF2-40B4-BE49-F238E27FC236}">
                <a16:creationId xmlns:a16="http://schemas.microsoft.com/office/drawing/2014/main" id="{B4F07CAA-8C40-5041-96B9-8DDC9734ED58}"/>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sp>
        <p:nvSpPr>
          <p:cNvPr id="17" name="Content Placeholder 3">
            <a:extLst>
              <a:ext uri="{FF2B5EF4-FFF2-40B4-BE49-F238E27FC236}">
                <a16:creationId xmlns:a16="http://schemas.microsoft.com/office/drawing/2014/main" id="{BA3138CC-7D65-3F45-B9A1-3801F4E19C35}"/>
              </a:ext>
            </a:extLst>
          </p:cNvPr>
          <p:cNvSpPr>
            <a:spLocks noGrp="1"/>
          </p:cNvSpPr>
          <p:nvPr>
            <p:ph sz="quarter" idx="19" hasCustomPrompt="1"/>
          </p:nvPr>
        </p:nvSpPr>
        <p:spPr>
          <a:xfrm>
            <a:off x="5014913"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8" name="Text Placeholder 9">
            <a:extLst>
              <a:ext uri="{FF2B5EF4-FFF2-40B4-BE49-F238E27FC236}">
                <a16:creationId xmlns:a16="http://schemas.microsoft.com/office/drawing/2014/main" id="{57301A3B-2F81-654A-A9FA-9ED7C8CD466A}"/>
              </a:ext>
            </a:extLst>
          </p:cNvPr>
          <p:cNvSpPr>
            <a:spLocks noGrp="1"/>
          </p:cNvSpPr>
          <p:nvPr>
            <p:ph type="body" sz="quarter" idx="20" hasCustomPrompt="1"/>
          </p:nvPr>
        </p:nvSpPr>
        <p:spPr>
          <a:xfrm>
            <a:off x="8092941"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9" name="Content Placeholder 3">
            <a:extLst>
              <a:ext uri="{FF2B5EF4-FFF2-40B4-BE49-F238E27FC236}">
                <a16:creationId xmlns:a16="http://schemas.microsoft.com/office/drawing/2014/main" id="{8C13951A-672E-2640-98A5-0588B10500C5}"/>
              </a:ext>
            </a:extLst>
          </p:cNvPr>
          <p:cNvSpPr>
            <a:spLocks noGrp="1"/>
          </p:cNvSpPr>
          <p:nvPr>
            <p:ph sz="quarter" idx="21" hasCustomPrompt="1"/>
          </p:nvPr>
        </p:nvSpPr>
        <p:spPr>
          <a:xfrm>
            <a:off x="8093393"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2" name="Text Placeholder 5">
            <a:extLst>
              <a:ext uri="{FF2B5EF4-FFF2-40B4-BE49-F238E27FC236}">
                <a16:creationId xmlns:a16="http://schemas.microsoft.com/office/drawing/2014/main" id="{8E186CF2-0626-F141-9B97-BCF9454D1A1F}"/>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16688302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_columns_black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11" name="Title 1">
            <a:extLst>
              <a:ext uri="{FF2B5EF4-FFF2-40B4-BE49-F238E27FC236}">
                <a16:creationId xmlns:a16="http://schemas.microsoft.com/office/drawing/2014/main" id="{8B862D9D-B1D9-D241-BBC4-55C2568E150E}"/>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3" name="Text Placeholder 9">
            <a:extLst>
              <a:ext uri="{FF2B5EF4-FFF2-40B4-BE49-F238E27FC236}">
                <a16:creationId xmlns:a16="http://schemas.microsoft.com/office/drawing/2014/main" id="{62F8C19E-2B9D-6040-972F-2228E70442C9}"/>
              </a:ext>
            </a:extLst>
          </p:cNvPr>
          <p:cNvSpPr>
            <a:spLocks noGrp="1"/>
          </p:cNvSpPr>
          <p:nvPr>
            <p:ph type="body" sz="quarter" idx="15" hasCustomPrompt="1"/>
          </p:nvPr>
        </p:nvSpPr>
        <p:spPr>
          <a:xfrm>
            <a:off x="5014461" y="2269571"/>
            <a:ext cx="6055673"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subhead text</a:t>
            </a:r>
          </a:p>
        </p:txBody>
      </p:sp>
      <p:sp>
        <p:nvSpPr>
          <p:cNvPr id="14" name="Text Placeholder 11">
            <a:extLst>
              <a:ext uri="{FF2B5EF4-FFF2-40B4-BE49-F238E27FC236}">
                <a16:creationId xmlns:a16="http://schemas.microsoft.com/office/drawing/2014/main" id="{B4F07CAA-8C40-5041-96B9-8DDC9734ED58}"/>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sp>
        <p:nvSpPr>
          <p:cNvPr id="17" name="Content Placeholder 3">
            <a:extLst>
              <a:ext uri="{FF2B5EF4-FFF2-40B4-BE49-F238E27FC236}">
                <a16:creationId xmlns:a16="http://schemas.microsoft.com/office/drawing/2014/main" id="{BA3138CC-7D65-3F45-B9A1-3801F4E19C35}"/>
              </a:ext>
            </a:extLst>
          </p:cNvPr>
          <p:cNvSpPr>
            <a:spLocks noGrp="1"/>
          </p:cNvSpPr>
          <p:nvPr>
            <p:ph sz="quarter" idx="19" hasCustomPrompt="1"/>
          </p:nvPr>
        </p:nvSpPr>
        <p:spPr>
          <a:xfrm>
            <a:off x="5014913" y="2963863"/>
            <a:ext cx="6056210"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2" name="Text Placeholder 5">
            <a:extLst>
              <a:ext uri="{FF2B5EF4-FFF2-40B4-BE49-F238E27FC236}">
                <a16:creationId xmlns:a16="http://schemas.microsoft.com/office/drawing/2014/main" id="{8E186CF2-0626-F141-9B97-BCF9454D1A1F}"/>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11013012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_columns_black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11" name="Title 1">
            <a:extLst>
              <a:ext uri="{FF2B5EF4-FFF2-40B4-BE49-F238E27FC236}">
                <a16:creationId xmlns:a16="http://schemas.microsoft.com/office/drawing/2014/main" id="{3F923471-1316-5545-8DB5-7A4C57E44BAD}"/>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3" name="Text Placeholder 9">
            <a:extLst>
              <a:ext uri="{FF2B5EF4-FFF2-40B4-BE49-F238E27FC236}">
                <a16:creationId xmlns:a16="http://schemas.microsoft.com/office/drawing/2014/main" id="{ABB5F7DE-EEF3-1743-BF0E-14EC63493603}"/>
              </a:ext>
            </a:extLst>
          </p:cNvPr>
          <p:cNvSpPr>
            <a:spLocks noGrp="1"/>
          </p:cNvSpPr>
          <p:nvPr>
            <p:ph type="body" sz="quarter" idx="15" hasCustomPrompt="1"/>
          </p:nvPr>
        </p:nvSpPr>
        <p:spPr>
          <a:xfrm>
            <a:off x="5014461"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4" name="Text Placeholder 11">
            <a:extLst>
              <a:ext uri="{FF2B5EF4-FFF2-40B4-BE49-F238E27FC236}">
                <a16:creationId xmlns:a16="http://schemas.microsoft.com/office/drawing/2014/main" id="{BD5D7ABF-6CE4-A141-A308-B40140BB333C}"/>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sp>
        <p:nvSpPr>
          <p:cNvPr id="17" name="Content Placeholder 3">
            <a:extLst>
              <a:ext uri="{FF2B5EF4-FFF2-40B4-BE49-F238E27FC236}">
                <a16:creationId xmlns:a16="http://schemas.microsoft.com/office/drawing/2014/main" id="{0D89C73D-6F91-314A-A11F-88BBD17F65B6}"/>
              </a:ext>
            </a:extLst>
          </p:cNvPr>
          <p:cNvSpPr>
            <a:spLocks noGrp="1"/>
          </p:cNvSpPr>
          <p:nvPr>
            <p:ph sz="quarter" idx="19" hasCustomPrompt="1"/>
          </p:nvPr>
        </p:nvSpPr>
        <p:spPr>
          <a:xfrm>
            <a:off x="5014913"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8" name="Text Placeholder 9">
            <a:extLst>
              <a:ext uri="{FF2B5EF4-FFF2-40B4-BE49-F238E27FC236}">
                <a16:creationId xmlns:a16="http://schemas.microsoft.com/office/drawing/2014/main" id="{8F65F8D9-3040-6641-800B-E71E88C5D870}"/>
              </a:ext>
            </a:extLst>
          </p:cNvPr>
          <p:cNvSpPr>
            <a:spLocks noGrp="1"/>
          </p:cNvSpPr>
          <p:nvPr>
            <p:ph type="body" sz="quarter" idx="20" hasCustomPrompt="1"/>
          </p:nvPr>
        </p:nvSpPr>
        <p:spPr>
          <a:xfrm>
            <a:off x="8092941"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9" name="Content Placeholder 3">
            <a:extLst>
              <a:ext uri="{FF2B5EF4-FFF2-40B4-BE49-F238E27FC236}">
                <a16:creationId xmlns:a16="http://schemas.microsoft.com/office/drawing/2014/main" id="{70A625AF-C2EC-394F-8E29-626A65B1C408}"/>
              </a:ext>
            </a:extLst>
          </p:cNvPr>
          <p:cNvSpPr>
            <a:spLocks noGrp="1"/>
          </p:cNvSpPr>
          <p:nvPr>
            <p:ph sz="quarter" idx="21" hasCustomPrompt="1"/>
          </p:nvPr>
        </p:nvSpPr>
        <p:spPr>
          <a:xfrm>
            <a:off x="8093393" y="2963863"/>
            <a:ext cx="2989262"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2" name="Text Placeholder 5">
            <a:extLst>
              <a:ext uri="{FF2B5EF4-FFF2-40B4-BE49-F238E27FC236}">
                <a16:creationId xmlns:a16="http://schemas.microsoft.com/office/drawing/2014/main" id="{76F05EC9-AF96-8E42-B8F4-64E9730C657C}"/>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380935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_columns_black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Slide Number Placeholder 6">
            <a:extLst>
              <a:ext uri="{FF2B5EF4-FFF2-40B4-BE49-F238E27FC236}">
                <a16:creationId xmlns:a16="http://schemas.microsoft.com/office/drawing/2014/main" id="{6D0AD883-A2AC-594C-9673-3B3A82032F76}"/>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9" name="Picture 8">
            <a:extLst>
              <a:ext uri="{FF2B5EF4-FFF2-40B4-BE49-F238E27FC236}">
                <a16:creationId xmlns:a16="http://schemas.microsoft.com/office/drawing/2014/main" id="{4A59272A-F6E1-784F-AD5C-985AE5CEEBFB}"/>
              </a:ext>
            </a:extLst>
          </p:cNvPr>
          <p:cNvPicPr>
            <a:picLocks noChangeAspect="1"/>
          </p:cNvPicPr>
          <p:nvPr userDrawn="1"/>
        </p:nvPicPr>
        <p:blipFill>
          <a:blip r:embed="rId3"/>
          <a:stretch>
            <a:fillRect/>
          </a:stretch>
        </p:blipFill>
        <p:spPr>
          <a:xfrm>
            <a:off x="9655574" y="6421980"/>
            <a:ext cx="2025650" cy="273050"/>
          </a:xfrm>
          <a:prstGeom prst="rect">
            <a:avLst/>
          </a:prstGeom>
        </p:spPr>
      </p:pic>
      <p:sp>
        <p:nvSpPr>
          <p:cNvPr id="11" name="Title 1">
            <a:extLst>
              <a:ext uri="{FF2B5EF4-FFF2-40B4-BE49-F238E27FC236}">
                <a16:creationId xmlns:a16="http://schemas.microsoft.com/office/drawing/2014/main" id="{3F923471-1316-5545-8DB5-7A4C57E44BAD}"/>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bg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3" name="Text Placeholder 9">
            <a:extLst>
              <a:ext uri="{FF2B5EF4-FFF2-40B4-BE49-F238E27FC236}">
                <a16:creationId xmlns:a16="http://schemas.microsoft.com/office/drawing/2014/main" id="{ABB5F7DE-EEF3-1743-BF0E-14EC63493603}"/>
              </a:ext>
            </a:extLst>
          </p:cNvPr>
          <p:cNvSpPr>
            <a:spLocks noGrp="1"/>
          </p:cNvSpPr>
          <p:nvPr>
            <p:ph type="body" sz="quarter" idx="15" hasCustomPrompt="1"/>
          </p:nvPr>
        </p:nvSpPr>
        <p:spPr>
          <a:xfrm>
            <a:off x="5014461" y="2269571"/>
            <a:ext cx="6055673"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subhead text</a:t>
            </a:r>
          </a:p>
        </p:txBody>
      </p:sp>
      <p:sp>
        <p:nvSpPr>
          <p:cNvPr id="14" name="Text Placeholder 11">
            <a:extLst>
              <a:ext uri="{FF2B5EF4-FFF2-40B4-BE49-F238E27FC236}">
                <a16:creationId xmlns:a16="http://schemas.microsoft.com/office/drawing/2014/main" id="{BD5D7ABF-6CE4-A141-A308-B40140BB333C}"/>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sp>
        <p:nvSpPr>
          <p:cNvPr id="17" name="Content Placeholder 3">
            <a:extLst>
              <a:ext uri="{FF2B5EF4-FFF2-40B4-BE49-F238E27FC236}">
                <a16:creationId xmlns:a16="http://schemas.microsoft.com/office/drawing/2014/main" id="{0D89C73D-6F91-314A-A11F-88BBD17F65B6}"/>
              </a:ext>
            </a:extLst>
          </p:cNvPr>
          <p:cNvSpPr>
            <a:spLocks noGrp="1"/>
          </p:cNvSpPr>
          <p:nvPr>
            <p:ph sz="quarter" idx="19" hasCustomPrompt="1"/>
          </p:nvPr>
        </p:nvSpPr>
        <p:spPr>
          <a:xfrm>
            <a:off x="5014913" y="2963863"/>
            <a:ext cx="6056210" cy="3181350"/>
          </a:xfrm>
        </p:spPr>
        <p:txBody>
          <a:bodyPr>
            <a:noAutofit/>
          </a:bodyPr>
          <a:lstStyle>
            <a:lvl1pPr marL="0" indent="0">
              <a:buNone/>
              <a:defRPr sz="14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2" name="Text Placeholder 5">
            <a:extLst>
              <a:ext uri="{FF2B5EF4-FFF2-40B4-BE49-F238E27FC236}">
                <a16:creationId xmlns:a16="http://schemas.microsoft.com/office/drawing/2014/main" id="{76F05EC9-AF96-8E42-B8F4-64E9730C657C}"/>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29523363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_columns_white">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A79644B-9DD6-B842-9E09-61AC441BB46F}"/>
              </a:ext>
            </a:extLst>
          </p:cNvPr>
          <p:cNvSpPr>
            <a:spLocks noGrp="1"/>
          </p:cNvSpPr>
          <p:nvPr>
            <p:ph type="ctrTitle" hasCustomPrompt="1"/>
          </p:nvPr>
        </p:nvSpPr>
        <p:spPr>
          <a:xfrm>
            <a:off x="838200" y="882466"/>
            <a:ext cx="10103069" cy="1154756"/>
          </a:xfrm>
        </p:spPr>
        <p:txBody>
          <a:bodyPr anchor="b" anchorCtr="0">
            <a:noAutofit/>
          </a:bodyPr>
          <a:lstStyle>
            <a:lvl1pPr algn="l">
              <a:lnSpc>
                <a:spcPct val="100000"/>
              </a:lnSpc>
              <a:defRPr sz="2800" b="1" i="0" cap="none" baseline="0">
                <a:solidFill>
                  <a:schemeClr val="tx1"/>
                </a:solidFill>
                <a:latin typeface="Gotham Office" panose="02000000000000000000" pitchFamily="2" charset="0"/>
                <a:cs typeface="Arial Narrow" panose="020B0604020202020204" pitchFamily="34" charset="0"/>
              </a:defRPr>
            </a:lvl1pPr>
          </a:lstStyle>
          <a:p>
            <a:r>
              <a:rPr lang="en-US" dirty="0"/>
              <a:t>Click to edit slide title style long version with multiple lines</a:t>
            </a:r>
          </a:p>
        </p:txBody>
      </p:sp>
      <p:cxnSp>
        <p:nvCxnSpPr>
          <p:cNvPr id="4" name="Straight Connector 3">
            <a:extLst>
              <a:ext uri="{FF2B5EF4-FFF2-40B4-BE49-F238E27FC236}">
                <a16:creationId xmlns:a16="http://schemas.microsoft.com/office/drawing/2014/main" id="{79C45948-1A02-2848-8588-4732A2AD978A}"/>
              </a:ext>
            </a:extLst>
          </p:cNvPr>
          <p:cNvCxnSpPr/>
          <p:nvPr userDrawn="1"/>
        </p:nvCxnSpPr>
        <p:spPr>
          <a:xfrm>
            <a:off x="4114144" y="2265363"/>
            <a:ext cx="0" cy="38797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7244F8-F3EC-3E4A-AAF1-1409EA2551C9}"/>
              </a:ext>
            </a:extLst>
          </p:cNvPr>
          <p:cNvCxnSpPr/>
          <p:nvPr userDrawn="1"/>
        </p:nvCxnSpPr>
        <p:spPr>
          <a:xfrm>
            <a:off x="7676699" y="2265363"/>
            <a:ext cx="0" cy="38797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8B536CEC-E045-504C-B7BC-C0D93AD00395}"/>
              </a:ext>
            </a:extLst>
          </p:cNvPr>
          <p:cNvPicPr>
            <a:picLocks noChangeAspect="1"/>
          </p:cNvPicPr>
          <p:nvPr userDrawn="1"/>
        </p:nvPicPr>
        <p:blipFill>
          <a:blip r:embed="rId2"/>
          <a:srcRect/>
          <a:stretch/>
        </p:blipFill>
        <p:spPr>
          <a:xfrm>
            <a:off x="9629548" y="6421980"/>
            <a:ext cx="2025650" cy="273050"/>
          </a:xfrm>
          <a:prstGeom prst="rect">
            <a:avLst/>
          </a:prstGeom>
        </p:spPr>
      </p:pic>
      <p:sp>
        <p:nvSpPr>
          <p:cNvPr id="14" name="Slide Number Placeholder 6">
            <a:extLst>
              <a:ext uri="{FF2B5EF4-FFF2-40B4-BE49-F238E27FC236}">
                <a16:creationId xmlns:a16="http://schemas.microsoft.com/office/drawing/2014/main" id="{DE6B4A2E-7D2F-354E-98DA-AD1F10B6F120}"/>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dirty="0"/>
              <a:t>|  </a:t>
            </a:r>
            <a:fld id="{97BFF72C-5ACC-BF44-8A77-29ED5F2D29E3}" type="slidenum">
              <a:rPr lang="en-US" smtClean="0"/>
              <a:pPr/>
              <a:t>‹#›</a:t>
            </a:fld>
            <a:endParaRPr lang="en-US" dirty="0"/>
          </a:p>
        </p:txBody>
      </p:sp>
      <p:sp>
        <p:nvSpPr>
          <p:cNvPr id="20" name="Text Placeholder 9">
            <a:extLst>
              <a:ext uri="{FF2B5EF4-FFF2-40B4-BE49-F238E27FC236}">
                <a16:creationId xmlns:a16="http://schemas.microsoft.com/office/drawing/2014/main" id="{9ECC0AC2-35F4-D143-A2BA-4A76B175887C}"/>
              </a:ext>
            </a:extLst>
          </p:cNvPr>
          <p:cNvSpPr>
            <a:spLocks noGrp="1"/>
          </p:cNvSpPr>
          <p:nvPr>
            <p:ph type="body" sz="quarter" idx="15" hasCustomPrompt="1"/>
          </p:nvPr>
        </p:nvSpPr>
        <p:spPr>
          <a:xfrm>
            <a:off x="837748"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1" name="Content Placeholder 3">
            <a:extLst>
              <a:ext uri="{FF2B5EF4-FFF2-40B4-BE49-F238E27FC236}">
                <a16:creationId xmlns:a16="http://schemas.microsoft.com/office/drawing/2014/main" id="{5267ACCD-715D-994C-B6EF-9AB34A713F81}"/>
              </a:ext>
            </a:extLst>
          </p:cNvPr>
          <p:cNvSpPr>
            <a:spLocks noGrp="1"/>
          </p:cNvSpPr>
          <p:nvPr>
            <p:ph sz="quarter" idx="19" hasCustomPrompt="1"/>
          </p:nvPr>
        </p:nvSpPr>
        <p:spPr>
          <a:xfrm>
            <a:off x="838200" y="2963863"/>
            <a:ext cx="2989262" cy="3181350"/>
          </a:xfrm>
        </p:spPr>
        <p:txBody>
          <a:bodyPr>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2" name="Text Placeholder 9">
            <a:extLst>
              <a:ext uri="{FF2B5EF4-FFF2-40B4-BE49-F238E27FC236}">
                <a16:creationId xmlns:a16="http://schemas.microsoft.com/office/drawing/2014/main" id="{3059BBBB-B622-5148-89DC-493B0F069B24}"/>
              </a:ext>
            </a:extLst>
          </p:cNvPr>
          <p:cNvSpPr>
            <a:spLocks noGrp="1"/>
          </p:cNvSpPr>
          <p:nvPr>
            <p:ph type="body" sz="quarter" idx="20" hasCustomPrompt="1"/>
          </p:nvPr>
        </p:nvSpPr>
        <p:spPr>
          <a:xfrm>
            <a:off x="4413250"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3" name="Content Placeholder 3">
            <a:extLst>
              <a:ext uri="{FF2B5EF4-FFF2-40B4-BE49-F238E27FC236}">
                <a16:creationId xmlns:a16="http://schemas.microsoft.com/office/drawing/2014/main" id="{ACA4CF02-65DA-D54B-92A5-1D8E77F9B9D1}"/>
              </a:ext>
            </a:extLst>
          </p:cNvPr>
          <p:cNvSpPr>
            <a:spLocks noGrp="1"/>
          </p:cNvSpPr>
          <p:nvPr>
            <p:ph sz="quarter" idx="21" hasCustomPrompt="1"/>
          </p:nvPr>
        </p:nvSpPr>
        <p:spPr>
          <a:xfrm>
            <a:off x="4413702" y="2963863"/>
            <a:ext cx="2989262" cy="3181350"/>
          </a:xfrm>
        </p:spPr>
        <p:txBody>
          <a:bodyPr>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26" name="Text Placeholder 9">
            <a:extLst>
              <a:ext uri="{FF2B5EF4-FFF2-40B4-BE49-F238E27FC236}">
                <a16:creationId xmlns:a16="http://schemas.microsoft.com/office/drawing/2014/main" id="{7099A253-B33E-C940-A0F3-8AFC8FEBFCA7}"/>
              </a:ext>
            </a:extLst>
          </p:cNvPr>
          <p:cNvSpPr>
            <a:spLocks noGrp="1"/>
          </p:cNvSpPr>
          <p:nvPr>
            <p:ph type="body" sz="quarter" idx="22" hasCustomPrompt="1"/>
          </p:nvPr>
        </p:nvSpPr>
        <p:spPr>
          <a:xfrm>
            <a:off x="7966696"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27" name="Content Placeholder 3">
            <a:extLst>
              <a:ext uri="{FF2B5EF4-FFF2-40B4-BE49-F238E27FC236}">
                <a16:creationId xmlns:a16="http://schemas.microsoft.com/office/drawing/2014/main" id="{A6A63EC1-455B-5A48-8D44-AF9231C03594}"/>
              </a:ext>
            </a:extLst>
          </p:cNvPr>
          <p:cNvSpPr>
            <a:spLocks noGrp="1"/>
          </p:cNvSpPr>
          <p:nvPr>
            <p:ph sz="quarter" idx="23" hasCustomPrompt="1"/>
          </p:nvPr>
        </p:nvSpPr>
        <p:spPr>
          <a:xfrm>
            <a:off x="7967148" y="2963863"/>
            <a:ext cx="2989262" cy="3181350"/>
          </a:xfrm>
        </p:spPr>
        <p:txBody>
          <a:bodyPr>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Tree>
    <p:extLst>
      <p:ext uri="{BB962C8B-B14F-4D97-AF65-F5344CB8AC3E}">
        <p14:creationId xmlns:p14="http://schemas.microsoft.com/office/powerpoint/2010/main" val="372292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_columns_white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A79644B-9DD6-B842-9E09-61AC441BB46F}"/>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tx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6" name="Text Placeholder 9">
            <a:extLst>
              <a:ext uri="{FF2B5EF4-FFF2-40B4-BE49-F238E27FC236}">
                <a16:creationId xmlns:a16="http://schemas.microsoft.com/office/drawing/2014/main" id="{7FF33B68-64E6-C341-B24A-117816165077}"/>
              </a:ext>
            </a:extLst>
          </p:cNvPr>
          <p:cNvSpPr>
            <a:spLocks noGrp="1"/>
          </p:cNvSpPr>
          <p:nvPr>
            <p:ph type="body" sz="quarter" idx="15" hasCustomPrompt="1"/>
          </p:nvPr>
        </p:nvSpPr>
        <p:spPr>
          <a:xfrm>
            <a:off x="5014461"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2" name="Text Placeholder 11">
            <a:extLst>
              <a:ext uri="{FF2B5EF4-FFF2-40B4-BE49-F238E27FC236}">
                <a16:creationId xmlns:a16="http://schemas.microsoft.com/office/drawing/2014/main" id="{765B1A84-3196-554A-A801-26C3736695CD}"/>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pic>
        <p:nvPicPr>
          <p:cNvPr id="11" name="Picture 10">
            <a:extLst>
              <a:ext uri="{FF2B5EF4-FFF2-40B4-BE49-F238E27FC236}">
                <a16:creationId xmlns:a16="http://schemas.microsoft.com/office/drawing/2014/main" id="{DEE4D894-A29D-9643-8631-0B759B2E400E}"/>
              </a:ext>
            </a:extLst>
          </p:cNvPr>
          <p:cNvPicPr>
            <a:picLocks noChangeAspect="1"/>
          </p:cNvPicPr>
          <p:nvPr userDrawn="1"/>
        </p:nvPicPr>
        <p:blipFill>
          <a:blip r:embed="rId3"/>
          <a:srcRect/>
          <a:stretch/>
        </p:blipFill>
        <p:spPr>
          <a:xfrm>
            <a:off x="9629548" y="6421980"/>
            <a:ext cx="2025650" cy="273050"/>
          </a:xfrm>
          <a:prstGeom prst="rect">
            <a:avLst/>
          </a:prstGeom>
        </p:spPr>
      </p:pic>
      <p:sp>
        <p:nvSpPr>
          <p:cNvPr id="13" name="Slide Number Placeholder 6">
            <a:extLst>
              <a:ext uri="{FF2B5EF4-FFF2-40B4-BE49-F238E27FC236}">
                <a16:creationId xmlns:a16="http://schemas.microsoft.com/office/drawing/2014/main" id="{30964279-42E7-9C4A-9068-DC846E7900AE}"/>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dirty="0"/>
              <a:t>|  </a:t>
            </a:r>
            <a:fld id="{97BFF72C-5ACC-BF44-8A77-29ED5F2D29E3}" type="slidenum">
              <a:rPr lang="en-US" smtClean="0"/>
              <a:pPr/>
              <a:t>‹#›</a:t>
            </a:fld>
            <a:endParaRPr lang="en-US" dirty="0"/>
          </a:p>
        </p:txBody>
      </p:sp>
      <p:sp>
        <p:nvSpPr>
          <p:cNvPr id="4" name="Content Placeholder 3">
            <a:extLst>
              <a:ext uri="{FF2B5EF4-FFF2-40B4-BE49-F238E27FC236}">
                <a16:creationId xmlns:a16="http://schemas.microsoft.com/office/drawing/2014/main" id="{2A50C5A1-0B93-3742-B8DF-BE63504FBD47}"/>
              </a:ext>
            </a:extLst>
          </p:cNvPr>
          <p:cNvSpPr>
            <a:spLocks noGrp="1"/>
          </p:cNvSpPr>
          <p:nvPr>
            <p:ph sz="quarter" idx="19" hasCustomPrompt="1"/>
          </p:nvPr>
        </p:nvSpPr>
        <p:spPr>
          <a:xfrm>
            <a:off x="5014913" y="2963863"/>
            <a:ext cx="2989262" cy="3181350"/>
          </a:xfrm>
        </p:spPr>
        <p:txBody>
          <a:bodyPr>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4" name="Text Placeholder 9">
            <a:extLst>
              <a:ext uri="{FF2B5EF4-FFF2-40B4-BE49-F238E27FC236}">
                <a16:creationId xmlns:a16="http://schemas.microsoft.com/office/drawing/2014/main" id="{E0955E23-5237-5C44-908C-77D23F74F37F}"/>
              </a:ext>
            </a:extLst>
          </p:cNvPr>
          <p:cNvSpPr>
            <a:spLocks noGrp="1"/>
          </p:cNvSpPr>
          <p:nvPr>
            <p:ph type="body" sz="quarter" idx="20" hasCustomPrompt="1"/>
          </p:nvPr>
        </p:nvSpPr>
        <p:spPr>
          <a:xfrm>
            <a:off x="8092941" y="2269571"/>
            <a:ext cx="2988997"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7" name="Content Placeholder 3">
            <a:extLst>
              <a:ext uri="{FF2B5EF4-FFF2-40B4-BE49-F238E27FC236}">
                <a16:creationId xmlns:a16="http://schemas.microsoft.com/office/drawing/2014/main" id="{47CA2110-10A1-024F-BB4A-7E1F52781BD9}"/>
              </a:ext>
            </a:extLst>
          </p:cNvPr>
          <p:cNvSpPr>
            <a:spLocks noGrp="1"/>
          </p:cNvSpPr>
          <p:nvPr>
            <p:ph sz="quarter" idx="21" hasCustomPrompt="1"/>
          </p:nvPr>
        </p:nvSpPr>
        <p:spPr>
          <a:xfrm>
            <a:off x="8093393" y="2963863"/>
            <a:ext cx="2989262" cy="3181350"/>
          </a:xfrm>
        </p:spPr>
        <p:txBody>
          <a:bodyPr>
            <a:noAutofit/>
          </a:bodyPr>
          <a:lstStyle>
            <a:lvl1pPr marL="0" indent="0">
              <a:buNone/>
              <a:defRPr sz="1400"/>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6" name="Text Placeholder 5">
            <a:extLst>
              <a:ext uri="{FF2B5EF4-FFF2-40B4-BE49-F238E27FC236}">
                <a16:creationId xmlns:a16="http://schemas.microsoft.com/office/drawing/2014/main" id="{C7663013-5E70-994C-A13B-9B5231AEC8A7}"/>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10590602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Content_white 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A79644B-9DD6-B842-9E09-61AC441BB46F}"/>
              </a:ext>
            </a:extLst>
          </p:cNvPr>
          <p:cNvSpPr>
            <a:spLocks noGrp="1"/>
          </p:cNvSpPr>
          <p:nvPr>
            <p:ph type="ctrTitle" hasCustomPrompt="1"/>
          </p:nvPr>
        </p:nvSpPr>
        <p:spPr>
          <a:xfrm>
            <a:off x="5014461" y="882466"/>
            <a:ext cx="6056662" cy="1154756"/>
          </a:xfrm>
        </p:spPr>
        <p:txBody>
          <a:bodyPr anchor="t" anchorCtr="0">
            <a:noAutofit/>
          </a:bodyPr>
          <a:lstStyle>
            <a:lvl1pPr algn="l">
              <a:lnSpc>
                <a:spcPct val="100000"/>
              </a:lnSpc>
              <a:defRPr sz="2400" b="1" i="0" baseline="0">
                <a:solidFill>
                  <a:schemeClr val="tx1"/>
                </a:solidFill>
                <a:latin typeface="Gotham Office" panose="02000000000000000000" pitchFamily="2" charset="0"/>
                <a:cs typeface="Arial" panose="020B0604020202020204" pitchFamily="34" charset="0"/>
              </a:defRPr>
            </a:lvl1pPr>
          </a:lstStyle>
          <a:p>
            <a:r>
              <a:rPr lang="en-US" dirty="0"/>
              <a:t>Click to edit slide title style long version with multiple lines</a:t>
            </a:r>
          </a:p>
        </p:txBody>
      </p:sp>
      <p:sp>
        <p:nvSpPr>
          <p:cNvPr id="16" name="Text Placeholder 9">
            <a:extLst>
              <a:ext uri="{FF2B5EF4-FFF2-40B4-BE49-F238E27FC236}">
                <a16:creationId xmlns:a16="http://schemas.microsoft.com/office/drawing/2014/main" id="{7FF33B68-64E6-C341-B24A-117816165077}"/>
              </a:ext>
            </a:extLst>
          </p:cNvPr>
          <p:cNvSpPr>
            <a:spLocks noGrp="1"/>
          </p:cNvSpPr>
          <p:nvPr>
            <p:ph type="body" sz="quarter" idx="15" hasCustomPrompt="1"/>
          </p:nvPr>
        </p:nvSpPr>
        <p:spPr>
          <a:xfrm>
            <a:off x="5014461" y="2269571"/>
            <a:ext cx="6055673" cy="694147"/>
          </a:xfrm>
          <a:prstGeom prst="rect">
            <a:avLst/>
          </a:prstGeom>
          <a:noFill/>
        </p:spPr>
        <p:txBody>
          <a:bodyPr>
            <a:noAutofit/>
          </a:bodyPr>
          <a:lstStyle>
            <a:lvl1pPr marL="0" indent="0">
              <a:buFontTx/>
              <a:buNone/>
              <a:defRPr sz="1600" b="1" i="0" cap="all" baseline="0">
                <a:solidFill>
                  <a:schemeClr val="tx2"/>
                </a:solidFill>
                <a:latin typeface="Gotham Office" panose="02000000000000000000" pitchFamily="2" charset="0"/>
                <a:cs typeface="Arial" panose="020B0604020202020204" pitchFamily="34" charset="0"/>
              </a:defRPr>
            </a:lvl1pPr>
            <a:lvl2pPr marL="457200" indent="0">
              <a:buNone/>
              <a:defRPr/>
            </a:lvl2pPr>
          </a:lstStyle>
          <a:p>
            <a:pPr lvl="0"/>
            <a:r>
              <a:rPr lang="en-US" dirty="0"/>
              <a:t>Click to edit column text header</a:t>
            </a:r>
          </a:p>
        </p:txBody>
      </p:sp>
      <p:sp>
        <p:nvSpPr>
          <p:cNvPr id="12" name="Text Placeholder 11">
            <a:extLst>
              <a:ext uri="{FF2B5EF4-FFF2-40B4-BE49-F238E27FC236}">
                <a16:creationId xmlns:a16="http://schemas.microsoft.com/office/drawing/2014/main" id="{765B1A84-3196-554A-A801-26C3736695CD}"/>
              </a:ext>
            </a:extLst>
          </p:cNvPr>
          <p:cNvSpPr>
            <a:spLocks noGrp="1"/>
          </p:cNvSpPr>
          <p:nvPr>
            <p:ph type="body" sz="quarter" idx="18" hasCustomPrompt="1"/>
          </p:nvPr>
        </p:nvSpPr>
        <p:spPr>
          <a:xfrm>
            <a:off x="838200" y="882466"/>
            <a:ext cx="2949575" cy="1835386"/>
          </a:xfrm>
          <a:prstGeom prst="rect">
            <a:avLst/>
          </a:prstGeom>
        </p:spPr>
        <p:txBody>
          <a:bodyPr>
            <a:noAutofit/>
          </a:bodyPr>
          <a:lstStyle>
            <a:lvl1pPr marL="0" indent="0">
              <a:buFontTx/>
              <a:buNone/>
              <a:defRPr sz="2000" b="1" i="0" cap="all" baseline="0">
                <a:solidFill>
                  <a:schemeClr val="bg1"/>
                </a:solidFill>
                <a:latin typeface="Gotham Office" panose="02000000000000000000" pitchFamily="2" charset="0"/>
                <a:cs typeface="Arial" panose="020B0604020202020204" pitchFamily="34" charset="0"/>
              </a:defRPr>
            </a:lvl1pPr>
            <a:lvl2pPr marL="457200" indent="0">
              <a:buFontTx/>
              <a:buNone/>
              <a:defRPr sz="2800" b="1" i="0">
                <a:latin typeface="Arial" panose="020B0604020202020204" pitchFamily="34" charset="0"/>
                <a:cs typeface="Arial" panose="020B0604020202020204" pitchFamily="34" charset="0"/>
              </a:defRPr>
            </a:lvl2pPr>
            <a:lvl3pPr marL="914400" indent="0">
              <a:buFontTx/>
              <a:buNone/>
              <a:defRPr sz="2800" b="1" i="0">
                <a:latin typeface="Arial" panose="020B0604020202020204" pitchFamily="34" charset="0"/>
                <a:cs typeface="Arial" panose="020B0604020202020204" pitchFamily="34" charset="0"/>
              </a:defRPr>
            </a:lvl3pPr>
            <a:lvl4pPr marL="1371600" indent="0">
              <a:buFontTx/>
              <a:buNone/>
              <a:defRPr sz="2800" b="1" i="0">
                <a:latin typeface="Arial" panose="020B0604020202020204" pitchFamily="34" charset="0"/>
                <a:cs typeface="Arial" panose="020B0604020202020204" pitchFamily="34" charset="0"/>
              </a:defRPr>
            </a:lvl4pPr>
            <a:lvl5pPr marL="1828800" indent="0">
              <a:buFontTx/>
              <a:buNone/>
              <a:defRPr sz="2800" b="1" i="0">
                <a:latin typeface="Arial" panose="020B0604020202020204" pitchFamily="34" charset="0"/>
                <a:cs typeface="Arial" panose="020B0604020202020204" pitchFamily="34" charset="0"/>
              </a:defRPr>
            </a:lvl5pPr>
          </a:lstStyle>
          <a:p>
            <a:pPr lvl="0"/>
            <a:r>
              <a:rPr lang="en-US" dirty="0"/>
              <a:t>Click to edit section title</a:t>
            </a:r>
          </a:p>
        </p:txBody>
      </p:sp>
      <p:pic>
        <p:nvPicPr>
          <p:cNvPr id="11" name="Picture 10">
            <a:extLst>
              <a:ext uri="{FF2B5EF4-FFF2-40B4-BE49-F238E27FC236}">
                <a16:creationId xmlns:a16="http://schemas.microsoft.com/office/drawing/2014/main" id="{DEE4D894-A29D-9643-8631-0B759B2E400E}"/>
              </a:ext>
            </a:extLst>
          </p:cNvPr>
          <p:cNvPicPr>
            <a:picLocks noChangeAspect="1"/>
          </p:cNvPicPr>
          <p:nvPr userDrawn="1"/>
        </p:nvPicPr>
        <p:blipFill>
          <a:blip r:embed="rId3"/>
          <a:srcRect/>
          <a:stretch/>
        </p:blipFill>
        <p:spPr>
          <a:xfrm>
            <a:off x="9629548" y="6421980"/>
            <a:ext cx="2025650" cy="273050"/>
          </a:xfrm>
          <a:prstGeom prst="rect">
            <a:avLst/>
          </a:prstGeom>
        </p:spPr>
      </p:pic>
      <p:sp>
        <p:nvSpPr>
          <p:cNvPr id="13" name="Slide Number Placeholder 6">
            <a:extLst>
              <a:ext uri="{FF2B5EF4-FFF2-40B4-BE49-F238E27FC236}">
                <a16:creationId xmlns:a16="http://schemas.microsoft.com/office/drawing/2014/main" id="{30964279-42E7-9C4A-9068-DC846E7900AE}"/>
              </a:ext>
            </a:extLst>
          </p:cNvPr>
          <p:cNvSpPr>
            <a:spLocks noGrp="1"/>
          </p:cNvSpPr>
          <p:nvPr>
            <p:ph type="sldNum" sz="quarter" idx="12"/>
          </p:nvPr>
        </p:nvSpPr>
        <p:spPr>
          <a:xfrm>
            <a:off x="9269360" y="6366182"/>
            <a:ext cx="2743200" cy="365125"/>
          </a:xfrm>
        </p:spPr>
        <p:txBody>
          <a:bodyPr/>
          <a:lstStyle>
            <a:lvl1pPr>
              <a:defRPr sz="1050">
                <a:solidFill>
                  <a:schemeClr val="tx1"/>
                </a:solidFill>
              </a:defRPr>
            </a:lvl1pPr>
          </a:lstStyle>
          <a:p>
            <a:r>
              <a:rPr lang="en-US" dirty="0"/>
              <a:t>|  </a:t>
            </a:r>
            <a:fld id="{97BFF72C-5ACC-BF44-8A77-29ED5F2D29E3}" type="slidenum">
              <a:rPr lang="en-US" smtClean="0"/>
              <a:pPr/>
              <a:t>‹#›</a:t>
            </a:fld>
            <a:endParaRPr lang="en-US" dirty="0"/>
          </a:p>
        </p:txBody>
      </p:sp>
      <p:sp>
        <p:nvSpPr>
          <p:cNvPr id="4" name="Content Placeholder 3">
            <a:extLst>
              <a:ext uri="{FF2B5EF4-FFF2-40B4-BE49-F238E27FC236}">
                <a16:creationId xmlns:a16="http://schemas.microsoft.com/office/drawing/2014/main" id="{2A50C5A1-0B93-3742-B8DF-BE63504FBD47}"/>
              </a:ext>
            </a:extLst>
          </p:cNvPr>
          <p:cNvSpPr>
            <a:spLocks noGrp="1"/>
          </p:cNvSpPr>
          <p:nvPr>
            <p:ph sz="quarter" idx="19" hasCustomPrompt="1"/>
          </p:nvPr>
        </p:nvSpPr>
        <p:spPr>
          <a:xfrm>
            <a:off x="5014913" y="2963863"/>
            <a:ext cx="6056210" cy="318135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C7663013-5E70-994C-A13B-9B5231AEC8A7}"/>
              </a:ext>
            </a:extLst>
          </p:cNvPr>
          <p:cNvSpPr>
            <a:spLocks noGrp="1"/>
          </p:cNvSpPr>
          <p:nvPr>
            <p:ph type="body" sz="quarter" idx="22" hasCustomPrompt="1"/>
          </p:nvPr>
        </p:nvSpPr>
        <p:spPr>
          <a:xfrm>
            <a:off x="838200" y="2814638"/>
            <a:ext cx="2949575" cy="3330575"/>
          </a:xfrm>
        </p:spPr>
        <p:txBody>
          <a:bodyPr>
            <a:normAutofit/>
          </a:bodyPr>
          <a:lstStyle>
            <a:lvl1pPr marL="0" indent="0">
              <a:buNone/>
              <a:defRPr sz="1300" baseline="0">
                <a:solidFill>
                  <a:schemeClr val="bg1"/>
                </a:solidFill>
                <a:latin typeface="Gotham Office" panose="02000000000000000000" pitchFamily="2" charset="0"/>
              </a:defRPr>
            </a:lvl1pPr>
            <a:lvl2pPr marL="457200" indent="0">
              <a:buNone/>
              <a:defRPr sz="1300" baseline="0">
                <a:solidFill>
                  <a:schemeClr val="bg1"/>
                </a:solidFill>
                <a:latin typeface="Gotham Office" panose="02000000000000000000" pitchFamily="2" charset="0"/>
              </a:defRPr>
            </a:lvl2pPr>
            <a:lvl3pPr marL="914400" indent="0">
              <a:buNone/>
              <a:defRPr sz="1300" baseline="0">
                <a:solidFill>
                  <a:schemeClr val="bg1"/>
                </a:solidFill>
                <a:latin typeface="Gotham Office" panose="02000000000000000000" pitchFamily="2" charset="0"/>
              </a:defRPr>
            </a:lvl3pPr>
            <a:lvl4pPr marL="1371600" indent="0">
              <a:buNone/>
              <a:defRPr sz="1300" baseline="0">
                <a:solidFill>
                  <a:schemeClr val="bg1"/>
                </a:solidFill>
                <a:latin typeface="Gotham Office" panose="02000000000000000000" pitchFamily="2" charset="0"/>
              </a:defRPr>
            </a:lvl4pPr>
            <a:lvl5pPr marL="1828800" indent="0">
              <a:buNone/>
              <a:defRPr sz="1300" baseline="0">
                <a:solidFill>
                  <a:schemeClr val="bg1"/>
                </a:solidFill>
                <a:latin typeface="Gotham Office" panose="02000000000000000000" pitchFamily="2" charset="0"/>
              </a:defRPr>
            </a:lvl5pPr>
          </a:lstStyle>
          <a:p>
            <a:pPr lvl="0"/>
            <a:r>
              <a:rPr lang="en-US" dirty="0"/>
              <a:t>Click to edit sub-section overview content</a:t>
            </a:r>
          </a:p>
        </p:txBody>
      </p:sp>
    </p:spTree>
    <p:extLst>
      <p:ext uri="{BB962C8B-B14F-4D97-AF65-F5344CB8AC3E}">
        <p14:creationId xmlns:p14="http://schemas.microsoft.com/office/powerpoint/2010/main" val="40395191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_bullet points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E22718A-5CF7-554A-99B8-FFB4F2AD7604}"/>
              </a:ext>
            </a:extLst>
          </p:cNvPr>
          <p:cNvSpPr>
            <a:spLocks noGrp="1"/>
          </p:cNvSpPr>
          <p:nvPr>
            <p:ph type="ctrTitle" hasCustomPrompt="1"/>
          </p:nvPr>
        </p:nvSpPr>
        <p:spPr>
          <a:xfrm>
            <a:off x="838201" y="882466"/>
            <a:ext cx="8227142" cy="1156541"/>
          </a:xfrm>
        </p:spPr>
        <p:txBody>
          <a:bodyPr anchor="b"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a:t>
            </a:r>
          </a:p>
        </p:txBody>
      </p:sp>
      <p:sp>
        <p:nvSpPr>
          <p:cNvPr id="8" name="Text Placeholder 2">
            <a:extLst>
              <a:ext uri="{FF2B5EF4-FFF2-40B4-BE49-F238E27FC236}">
                <a16:creationId xmlns:a16="http://schemas.microsoft.com/office/drawing/2014/main" id="{DD805CC5-E268-0B4C-9657-8D28BF9D86AA}"/>
              </a:ext>
            </a:extLst>
          </p:cNvPr>
          <p:cNvSpPr>
            <a:spLocks noGrp="1"/>
          </p:cNvSpPr>
          <p:nvPr>
            <p:ph type="body" sz="quarter" idx="13" hasCustomPrompt="1"/>
          </p:nvPr>
        </p:nvSpPr>
        <p:spPr>
          <a:xfrm>
            <a:off x="838200" y="2316163"/>
            <a:ext cx="8227143" cy="3251200"/>
          </a:xfrm>
        </p:spPr>
        <p:txBody>
          <a:bodyPr>
            <a:normAutofit/>
          </a:bodyPr>
          <a:lstStyle>
            <a:lvl1pPr>
              <a:defRPr sz="2000" baseline="0">
                <a:solidFill>
                  <a:schemeClr val="bg1"/>
                </a:solidFill>
                <a:latin typeface="Gotham Office" panose="02000000000000000000" pitchFamily="2" charset="0"/>
              </a:defRPr>
            </a:lvl1pPr>
            <a:lvl2pPr>
              <a:defRPr sz="2000" baseline="0">
                <a:solidFill>
                  <a:schemeClr val="bg1"/>
                </a:solidFill>
                <a:latin typeface="Gotham Office" panose="02000000000000000000" pitchFamily="2" charset="0"/>
              </a:defRPr>
            </a:lvl2pPr>
            <a:lvl3pPr>
              <a:defRPr sz="2000" baseline="0">
                <a:solidFill>
                  <a:schemeClr val="bg1"/>
                </a:solidFill>
                <a:latin typeface="Gotham Office" panose="02000000000000000000" pitchFamily="2" charset="0"/>
              </a:defRPr>
            </a:lvl3pPr>
            <a:lvl4pPr>
              <a:defRPr sz="2000" baseline="0">
                <a:solidFill>
                  <a:schemeClr val="bg1"/>
                </a:solidFill>
                <a:latin typeface="Gotham Office" panose="02000000000000000000" pitchFamily="2" charset="0"/>
              </a:defRPr>
            </a:lvl4pPr>
            <a:lvl5pPr>
              <a:defRPr sz="2000" baseline="0">
                <a:solidFill>
                  <a:schemeClr val="bg1"/>
                </a:solidFill>
                <a:latin typeface="Gotham Office" panose="02000000000000000000" pitchFamily="2" charset="0"/>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58728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ntent_bullet points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48364DD-88DF-CF43-9082-0056172CE53D}"/>
              </a:ext>
            </a:extLst>
          </p:cNvPr>
          <p:cNvSpPr>
            <a:spLocks noGrp="1"/>
          </p:cNvSpPr>
          <p:nvPr>
            <p:ph type="ctrTitle" hasCustomPrompt="1"/>
          </p:nvPr>
        </p:nvSpPr>
        <p:spPr>
          <a:xfrm>
            <a:off x="838201" y="882466"/>
            <a:ext cx="8227142" cy="1156541"/>
          </a:xfrm>
        </p:spPr>
        <p:txBody>
          <a:bodyPr anchor="b"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a:t>
            </a:r>
          </a:p>
        </p:txBody>
      </p:sp>
      <p:sp>
        <p:nvSpPr>
          <p:cNvPr id="6" name="Text Placeholder 2">
            <a:extLst>
              <a:ext uri="{FF2B5EF4-FFF2-40B4-BE49-F238E27FC236}">
                <a16:creationId xmlns:a16="http://schemas.microsoft.com/office/drawing/2014/main" id="{93D362D3-9B6F-134C-9B30-B488FC1266DC}"/>
              </a:ext>
            </a:extLst>
          </p:cNvPr>
          <p:cNvSpPr>
            <a:spLocks noGrp="1"/>
          </p:cNvSpPr>
          <p:nvPr>
            <p:ph type="body" sz="quarter" idx="13" hasCustomPrompt="1"/>
          </p:nvPr>
        </p:nvSpPr>
        <p:spPr>
          <a:xfrm>
            <a:off x="838200" y="2316163"/>
            <a:ext cx="8227143" cy="3251200"/>
          </a:xfrm>
        </p:spPr>
        <p:txBody>
          <a:bodyPr>
            <a:normAutofit/>
          </a:bodyPr>
          <a:lstStyle>
            <a:lvl1pPr>
              <a:defRPr sz="2000" baseline="0">
                <a:solidFill>
                  <a:schemeClr val="bg1"/>
                </a:solidFill>
                <a:latin typeface="Gotham Office" panose="02000000000000000000" pitchFamily="2" charset="0"/>
              </a:defRPr>
            </a:lvl1pPr>
            <a:lvl2pPr>
              <a:defRPr sz="2000" baseline="0">
                <a:solidFill>
                  <a:schemeClr val="bg1"/>
                </a:solidFill>
                <a:latin typeface="Gotham Office" panose="02000000000000000000" pitchFamily="2" charset="0"/>
              </a:defRPr>
            </a:lvl2pPr>
            <a:lvl3pPr>
              <a:defRPr sz="2000" baseline="0">
                <a:solidFill>
                  <a:schemeClr val="bg1"/>
                </a:solidFill>
                <a:latin typeface="Gotham Office" panose="02000000000000000000" pitchFamily="2" charset="0"/>
              </a:defRPr>
            </a:lvl3pPr>
            <a:lvl4pPr>
              <a:defRPr sz="2000" baseline="0">
                <a:solidFill>
                  <a:schemeClr val="bg1"/>
                </a:solidFill>
                <a:latin typeface="Gotham Office" panose="02000000000000000000" pitchFamily="2" charset="0"/>
              </a:defRPr>
            </a:lvl4pPr>
            <a:lvl5pPr>
              <a:defRPr sz="2000" baseline="0">
                <a:solidFill>
                  <a:schemeClr val="bg1"/>
                </a:solidFill>
                <a:latin typeface="Gotham Office" panose="02000000000000000000" pitchFamily="2" charset="0"/>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199997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ntent_bullet points_black">
    <p:bg>
      <p:bgPr>
        <a:solidFill>
          <a:schemeClr val="tx1"/>
        </a:solidFill>
        <a:effectLst/>
      </p:bgPr>
    </p:bg>
    <p:spTree>
      <p:nvGrpSpPr>
        <p:cNvPr id="1" name=""/>
        <p:cNvGrpSpPr/>
        <p:nvPr/>
      </p:nvGrpSpPr>
      <p:grpSpPr>
        <a:xfrm>
          <a:off x="0" y="0"/>
          <a:ext cx="0" cy="0"/>
          <a:chOff x="0" y="0"/>
          <a:chExt cx="0" cy="0"/>
        </a:xfrm>
      </p:grpSpPr>
      <p:sp>
        <p:nvSpPr>
          <p:cNvPr id="13" name="Slide Number Placeholder 6">
            <a:extLst>
              <a:ext uri="{FF2B5EF4-FFF2-40B4-BE49-F238E27FC236}">
                <a16:creationId xmlns:a16="http://schemas.microsoft.com/office/drawing/2014/main" id="{C0EF49D9-56C2-EF41-8E3E-962E613FB79E}"/>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14" name="Picture 13">
            <a:extLst>
              <a:ext uri="{FF2B5EF4-FFF2-40B4-BE49-F238E27FC236}">
                <a16:creationId xmlns:a16="http://schemas.microsoft.com/office/drawing/2014/main" id="{B52C8463-361F-594A-9E49-DBFD477671B0}"/>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15" name="Title 1">
            <a:extLst>
              <a:ext uri="{FF2B5EF4-FFF2-40B4-BE49-F238E27FC236}">
                <a16:creationId xmlns:a16="http://schemas.microsoft.com/office/drawing/2014/main" id="{897D21C1-F876-1948-A775-7D1D528BD12B}"/>
              </a:ext>
            </a:extLst>
          </p:cNvPr>
          <p:cNvSpPr>
            <a:spLocks noGrp="1"/>
          </p:cNvSpPr>
          <p:nvPr>
            <p:ph type="ctrTitle" hasCustomPrompt="1"/>
          </p:nvPr>
        </p:nvSpPr>
        <p:spPr>
          <a:xfrm>
            <a:off x="838201" y="882466"/>
            <a:ext cx="8227142" cy="1156541"/>
          </a:xfrm>
        </p:spPr>
        <p:txBody>
          <a:bodyPr anchor="b" anchorCtr="0">
            <a:noAutofit/>
          </a:bodyPr>
          <a:lstStyle>
            <a:lvl1pPr algn="l">
              <a:lnSpc>
                <a:spcPct val="100000"/>
              </a:lnSpc>
              <a:defRPr sz="36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slide TITLE</a:t>
            </a:r>
          </a:p>
        </p:txBody>
      </p:sp>
      <p:sp>
        <p:nvSpPr>
          <p:cNvPr id="16" name="Text Placeholder 2">
            <a:extLst>
              <a:ext uri="{FF2B5EF4-FFF2-40B4-BE49-F238E27FC236}">
                <a16:creationId xmlns:a16="http://schemas.microsoft.com/office/drawing/2014/main" id="{3BF8256F-B8B7-7C49-BD10-0D2982093813}"/>
              </a:ext>
            </a:extLst>
          </p:cNvPr>
          <p:cNvSpPr>
            <a:spLocks noGrp="1"/>
          </p:cNvSpPr>
          <p:nvPr>
            <p:ph type="body" sz="quarter" idx="13" hasCustomPrompt="1"/>
          </p:nvPr>
        </p:nvSpPr>
        <p:spPr>
          <a:xfrm>
            <a:off x="838200" y="2316163"/>
            <a:ext cx="8227143" cy="3251200"/>
          </a:xfrm>
        </p:spPr>
        <p:txBody>
          <a:bodyPr>
            <a:normAutofit/>
          </a:bodyPr>
          <a:lstStyle>
            <a:lvl1pPr>
              <a:defRPr sz="2000" baseline="0">
                <a:solidFill>
                  <a:schemeClr val="bg1"/>
                </a:solidFill>
                <a:latin typeface="Gotham Office" panose="02000000000000000000" pitchFamily="2" charset="0"/>
              </a:defRPr>
            </a:lvl1pPr>
            <a:lvl2pPr>
              <a:defRPr sz="2000" baseline="0">
                <a:solidFill>
                  <a:schemeClr val="bg1"/>
                </a:solidFill>
                <a:latin typeface="Gotham Office" panose="02000000000000000000" pitchFamily="2" charset="0"/>
              </a:defRPr>
            </a:lvl2pPr>
            <a:lvl3pPr>
              <a:defRPr sz="2000" baseline="0">
                <a:solidFill>
                  <a:schemeClr val="bg1"/>
                </a:solidFill>
                <a:latin typeface="Gotham Office" panose="02000000000000000000" pitchFamily="2" charset="0"/>
              </a:defRPr>
            </a:lvl3pPr>
            <a:lvl4pPr>
              <a:defRPr sz="2000" baseline="0">
                <a:solidFill>
                  <a:schemeClr val="bg1"/>
                </a:solidFill>
                <a:latin typeface="Gotham Office" panose="02000000000000000000" pitchFamily="2" charset="0"/>
              </a:defRPr>
            </a:lvl4pPr>
            <a:lvl5pPr>
              <a:defRPr sz="2000" baseline="0">
                <a:solidFill>
                  <a:schemeClr val="bg1"/>
                </a:solidFill>
                <a:latin typeface="Gotham Office" panose="02000000000000000000" pitchFamily="2" charset="0"/>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30224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Content_bullet points_black">
    <p:bg>
      <p:bgRef idx="1001">
        <a:schemeClr val="bg2"/>
      </p:bgRef>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A3FCBAC-32A4-994B-B4B0-066131203B90}"/>
              </a:ext>
            </a:extLst>
          </p:cNvPr>
          <p:cNvSpPr>
            <a:spLocks noGrp="1"/>
          </p:cNvSpPr>
          <p:nvPr>
            <p:ph type="ctrTitle" hasCustomPrompt="1"/>
          </p:nvPr>
        </p:nvSpPr>
        <p:spPr>
          <a:xfrm>
            <a:off x="838201" y="882466"/>
            <a:ext cx="8227142" cy="1156541"/>
          </a:xfrm>
        </p:spPr>
        <p:txBody>
          <a:bodyPr anchor="b" anchorCtr="0">
            <a:noAutofit/>
          </a:bodyPr>
          <a:lstStyle>
            <a:lvl1pPr algn="l">
              <a:lnSpc>
                <a:spcPct val="100000"/>
              </a:lnSpc>
              <a:defRPr sz="3600" b="1" i="0" cap="all" baseline="0">
                <a:solidFill>
                  <a:schemeClr val="tx1"/>
                </a:solidFill>
                <a:latin typeface="Gotham Office" panose="02000000000000000000" pitchFamily="2" charset="0"/>
                <a:cs typeface="Arial Narrow" panose="020B0604020202020204" pitchFamily="34" charset="0"/>
              </a:defRPr>
            </a:lvl1pPr>
          </a:lstStyle>
          <a:p>
            <a:r>
              <a:rPr lang="en-US" dirty="0"/>
              <a:t>CLICK TO EDIT slide TITLE</a:t>
            </a:r>
          </a:p>
        </p:txBody>
      </p:sp>
      <p:sp>
        <p:nvSpPr>
          <p:cNvPr id="13" name="Slide Number Placeholder 6">
            <a:extLst>
              <a:ext uri="{FF2B5EF4-FFF2-40B4-BE49-F238E27FC236}">
                <a16:creationId xmlns:a16="http://schemas.microsoft.com/office/drawing/2014/main" id="{C0EF49D9-56C2-EF41-8E3E-962E613FB79E}"/>
              </a:ext>
            </a:extLst>
          </p:cNvPr>
          <p:cNvSpPr>
            <a:spLocks noGrp="1"/>
          </p:cNvSpPr>
          <p:nvPr>
            <p:ph type="sldNum" sz="quarter" idx="12"/>
          </p:nvPr>
        </p:nvSpPr>
        <p:spPr>
          <a:xfrm>
            <a:off x="9269360" y="6366182"/>
            <a:ext cx="2743200" cy="365125"/>
          </a:xfrm>
        </p:spPr>
        <p:txBody>
          <a:bodyPr/>
          <a:lstStyle>
            <a:lvl1pPr>
              <a:defRPr sz="1050">
                <a:solidFill>
                  <a:schemeClr val="bg1"/>
                </a:solidFill>
              </a:defRPr>
            </a:lvl1pPr>
          </a:lstStyle>
          <a:p>
            <a:r>
              <a:rPr lang="en-US"/>
              <a:t>|  </a:t>
            </a:r>
            <a:fld id="{97BFF72C-5ACC-BF44-8A77-29ED5F2D29E3}" type="slidenum">
              <a:rPr lang="en-US" smtClean="0"/>
              <a:pPr/>
              <a:t>‹#›</a:t>
            </a:fld>
            <a:endParaRPr lang="en-US" dirty="0"/>
          </a:p>
        </p:txBody>
      </p:sp>
      <p:pic>
        <p:nvPicPr>
          <p:cNvPr id="14" name="Picture 13">
            <a:extLst>
              <a:ext uri="{FF2B5EF4-FFF2-40B4-BE49-F238E27FC236}">
                <a16:creationId xmlns:a16="http://schemas.microsoft.com/office/drawing/2014/main" id="{B52C8463-361F-594A-9E49-DBFD477671B0}"/>
              </a:ext>
            </a:extLst>
          </p:cNvPr>
          <p:cNvPicPr>
            <a:picLocks noChangeAspect="1"/>
          </p:cNvPicPr>
          <p:nvPr userDrawn="1"/>
        </p:nvPicPr>
        <p:blipFill>
          <a:blip r:embed="rId2"/>
          <a:stretch>
            <a:fillRect/>
          </a:stretch>
        </p:blipFill>
        <p:spPr>
          <a:xfrm>
            <a:off x="9655574" y="6421980"/>
            <a:ext cx="2025650" cy="273050"/>
          </a:xfrm>
          <a:prstGeom prst="rect">
            <a:avLst/>
          </a:prstGeom>
        </p:spPr>
      </p:pic>
      <p:sp>
        <p:nvSpPr>
          <p:cNvPr id="3" name="Text Placeholder 2">
            <a:extLst>
              <a:ext uri="{FF2B5EF4-FFF2-40B4-BE49-F238E27FC236}">
                <a16:creationId xmlns:a16="http://schemas.microsoft.com/office/drawing/2014/main" id="{873CBF3C-B115-754C-9A44-D0DAD9BFA658}"/>
              </a:ext>
            </a:extLst>
          </p:cNvPr>
          <p:cNvSpPr>
            <a:spLocks noGrp="1"/>
          </p:cNvSpPr>
          <p:nvPr>
            <p:ph type="body" sz="quarter" idx="13" hasCustomPrompt="1"/>
          </p:nvPr>
        </p:nvSpPr>
        <p:spPr>
          <a:xfrm>
            <a:off x="838200" y="2316163"/>
            <a:ext cx="8227143" cy="3251200"/>
          </a:xfrm>
        </p:spPr>
        <p:txBody>
          <a:bodyPr>
            <a:normAutofit/>
          </a:bodyPr>
          <a:lstStyle>
            <a:lvl1pPr>
              <a:defRPr sz="2000" baseline="0">
                <a:solidFill>
                  <a:schemeClr val="tx1"/>
                </a:solidFill>
                <a:latin typeface="Gotham Office" panose="02000000000000000000" pitchFamily="2" charset="0"/>
              </a:defRPr>
            </a:lvl1pPr>
            <a:lvl2pPr>
              <a:defRPr sz="2000" baseline="0">
                <a:solidFill>
                  <a:schemeClr val="tx1"/>
                </a:solidFill>
                <a:latin typeface="Gotham Office" panose="02000000000000000000" pitchFamily="2" charset="0"/>
              </a:defRPr>
            </a:lvl2pPr>
            <a:lvl3pPr>
              <a:defRPr sz="2000" baseline="0">
                <a:solidFill>
                  <a:schemeClr val="tx1"/>
                </a:solidFill>
                <a:latin typeface="Gotham Office" panose="02000000000000000000" pitchFamily="2" charset="0"/>
              </a:defRPr>
            </a:lvl3pPr>
            <a:lvl4pPr>
              <a:defRPr sz="2000" baseline="0">
                <a:solidFill>
                  <a:schemeClr val="tx1"/>
                </a:solidFill>
                <a:latin typeface="Gotham Office" panose="02000000000000000000" pitchFamily="2" charset="0"/>
              </a:defRPr>
            </a:lvl4pPr>
            <a:lvl5pPr>
              <a:defRPr sz="2000" baseline="0">
                <a:solidFill>
                  <a:schemeClr val="tx1"/>
                </a:solidFill>
                <a:latin typeface="Gotham Office" panose="02000000000000000000" pitchFamily="2" charset="0"/>
              </a:defRPr>
            </a:lvl5p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19748839"/>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nd Title_re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90FB-1758-E642-BEC1-6C7F7AC7A77D}"/>
              </a:ext>
            </a:extLst>
          </p:cNvPr>
          <p:cNvSpPr>
            <a:spLocks noGrp="1"/>
          </p:cNvSpPr>
          <p:nvPr>
            <p:ph type="ctrTitle" hasCustomPrompt="1"/>
          </p:nvPr>
        </p:nvSpPr>
        <p:spPr>
          <a:xfrm>
            <a:off x="786804" y="2126511"/>
            <a:ext cx="10664457" cy="845289"/>
          </a:xfrm>
        </p:spPr>
        <p:txBody>
          <a:bodyPr lIns="0" anchor="ctr" anchorCtr="0">
            <a:noAutofit/>
          </a:bodyPr>
          <a:lstStyle>
            <a:lvl1pPr algn="l">
              <a:defRPr sz="40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end slide TITLE</a:t>
            </a:r>
          </a:p>
        </p:txBody>
      </p:sp>
      <p:pic>
        <p:nvPicPr>
          <p:cNvPr id="4" name="Picture 3">
            <a:extLst>
              <a:ext uri="{FF2B5EF4-FFF2-40B4-BE49-F238E27FC236}">
                <a16:creationId xmlns:a16="http://schemas.microsoft.com/office/drawing/2014/main" id="{051EFF54-9761-9847-BCD7-9E140698841C}"/>
              </a:ext>
            </a:extLst>
          </p:cNvPr>
          <p:cNvPicPr>
            <a:picLocks noChangeAspect="1"/>
          </p:cNvPicPr>
          <p:nvPr userDrawn="1"/>
        </p:nvPicPr>
        <p:blipFill>
          <a:blip r:embed="rId2"/>
          <a:stretch>
            <a:fillRect/>
          </a:stretch>
        </p:blipFill>
        <p:spPr>
          <a:xfrm>
            <a:off x="8234841" y="5396801"/>
            <a:ext cx="3541395" cy="1229995"/>
          </a:xfrm>
          <a:prstGeom prst="rect">
            <a:avLst/>
          </a:prstGeom>
        </p:spPr>
      </p:pic>
    </p:spTree>
    <p:extLst>
      <p:ext uri="{BB962C8B-B14F-4D97-AF65-F5344CB8AC3E}">
        <p14:creationId xmlns:p14="http://schemas.microsoft.com/office/powerpoint/2010/main" val="15435008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nd Title_blac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1EFF54-9761-9847-BCD7-9E140698841C}"/>
              </a:ext>
            </a:extLst>
          </p:cNvPr>
          <p:cNvPicPr>
            <a:picLocks noChangeAspect="1"/>
          </p:cNvPicPr>
          <p:nvPr userDrawn="1"/>
        </p:nvPicPr>
        <p:blipFill>
          <a:blip r:embed="rId2"/>
          <a:srcRect/>
          <a:stretch/>
        </p:blipFill>
        <p:spPr>
          <a:xfrm>
            <a:off x="8234841" y="5396801"/>
            <a:ext cx="3541395" cy="1229995"/>
          </a:xfrm>
          <a:prstGeom prst="rect">
            <a:avLst/>
          </a:prstGeom>
        </p:spPr>
      </p:pic>
      <p:sp>
        <p:nvSpPr>
          <p:cNvPr id="5" name="Title 1">
            <a:extLst>
              <a:ext uri="{FF2B5EF4-FFF2-40B4-BE49-F238E27FC236}">
                <a16:creationId xmlns:a16="http://schemas.microsoft.com/office/drawing/2014/main" id="{A8B1A54E-83C9-7F47-8321-1294C19D7AF0}"/>
              </a:ext>
            </a:extLst>
          </p:cNvPr>
          <p:cNvSpPr>
            <a:spLocks noGrp="1"/>
          </p:cNvSpPr>
          <p:nvPr>
            <p:ph type="ctrTitle" hasCustomPrompt="1"/>
          </p:nvPr>
        </p:nvSpPr>
        <p:spPr>
          <a:xfrm>
            <a:off x="786804" y="2126511"/>
            <a:ext cx="10664457" cy="845289"/>
          </a:xfrm>
        </p:spPr>
        <p:txBody>
          <a:bodyPr lIns="0" anchor="ctr" anchorCtr="0">
            <a:noAutofit/>
          </a:bodyPr>
          <a:lstStyle>
            <a:lvl1pPr algn="l">
              <a:defRPr sz="40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end slide TITLE</a:t>
            </a:r>
          </a:p>
        </p:txBody>
      </p:sp>
    </p:spTree>
    <p:extLst>
      <p:ext uri="{BB962C8B-B14F-4D97-AF65-F5344CB8AC3E}">
        <p14:creationId xmlns:p14="http://schemas.microsoft.com/office/powerpoint/2010/main" val="14161302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 Title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1EFF54-9761-9847-BCD7-9E140698841C}"/>
              </a:ext>
            </a:extLst>
          </p:cNvPr>
          <p:cNvPicPr>
            <a:picLocks noChangeAspect="1"/>
          </p:cNvPicPr>
          <p:nvPr userDrawn="1"/>
        </p:nvPicPr>
        <p:blipFill>
          <a:blip r:embed="rId3"/>
          <a:stretch>
            <a:fillRect/>
          </a:stretch>
        </p:blipFill>
        <p:spPr>
          <a:xfrm>
            <a:off x="8234841" y="5396801"/>
            <a:ext cx="3541395" cy="1229995"/>
          </a:xfrm>
          <a:prstGeom prst="rect">
            <a:avLst/>
          </a:prstGeom>
        </p:spPr>
      </p:pic>
      <p:sp>
        <p:nvSpPr>
          <p:cNvPr id="7" name="Title 1">
            <a:extLst>
              <a:ext uri="{FF2B5EF4-FFF2-40B4-BE49-F238E27FC236}">
                <a16:creationId xmlns:a16="http://schemas.microsoft.com/office/drawing/2014/main" id="{031B4543-BDE1-7E4B-8125-D55E77DD1082}"/>
              </a:ext>
            </a:extLst>
          </p:cNvPr>
          <p:cNvSpPr>
            <a:spLocks noGrp="1"/>
          </p:cNvSpPr>
          <p:nvPr>
            <p:ph type="ctrTitle" hasCustomPrompt="1"/>
          </p:nvPr>
        </p:nvSpPr>
        <p:spPr>
          <a:xfrm>
            <a:off x="786804" y="2126511"/>
            <a:ext cx="10664457" cy="845289"/>
          </a:xfrm>
        </p:spPr>
        <p:txBody>
          <a:bodyPr lIns="0" anchor="ctr" anchorCtr="0">
            <a:noAutofit/>
          </a:bodyPr>
          <a:lstStyle>
            <a:lvl1pPr algn="l">
              <a:defRPr sz="40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end slide TITLE</a:t>
            </a:r>
          </a:p>
        </p:txBody>
      </p:sp>
    </p:spTree>
    <p:extLst>
      <p:ext uri="{BB962C8B-B14F-4D97-AF65-F5344CB8AC3E}">
        <p14:creationId xmlns:p14="http://schemas.microsoft.com/office/powerpoint/2010/main" val="9090065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 Title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1EFF54-9761-9847-BCD7-9E140698841C}"/>
              </a:ext>
            </a:extLst>
          </p:cNvPr>
          <p:cNvPicPr>
            <a:picLocks noChangeAspect="1"/>
          </p:cNvPicPr>
          <p:nvPr userDrawn="1"/>
        </p:nvPicPr>
        <p:blipFill>
          <a:blip r:embed="rId3"/>
          <a:stretch>
            <a:fillRect/>
          </a:stretch>
        </p:blipFill>
        <p:spPr>
          <a:xfrm>
            <a:off x="8234841" y="5396801"/>
            <a:ext cx="3541395" cy="1229995"/>
          </a:xfrm>
          <a:prstGeom prst="rect">
            <a:avLst/>
          </a:prstGeom>
        </p:spPr>
      </p:pic>
      <p:sp>
        <p:nvSpPr>
          <p:cNvPr id="5" name="Title 1">
            <a:extLst>
              <a:ext uri="{FF2B5EF4-FFF2-40B4-BE49-F238E27FC236}">
                <a16:creationId xmlns:a16="http://schemas.microsoft.com/office/drawing/2014/main" id="{78C50E83-5C14-E846-878F-EF70C80FC49A}"/>
              </a:ext>
            </a:extLst>
          </p:cNvPr>
          <p:cNvSpPr>
            <a:spLocks noGrp="1"/>
          </p:cNvSpPr>
          <p:nvPr>
            <p:ph type="ctrTitle" hasCustomPrompt="1"/>
          </p:nvPr>
        </p:nvSpPr>
        <p:spPr>
          <a:xfrm>
            <a:off x="786804" y="2126511"/>
            <a:ext cx="10664457" cy="845289"/>
          </a:xfrm>
        </p:spPr>
        <p:txBody>
          <a:bodyPr lIns="0" anchor="ctr" anchorCtr="0">
            <a:noAutofit/>
          </a:bodyPr>
          <a:lstStyle>
            <a:lvl1pPr algn="l">
              <a:defRPr sz="4000" b="1" i="0" cap="all" baseline="0">
                <a:solidFill>
                  <a:schemeClr val="bg1"/>
                </a:solidFill>
                <a:latin typeface="Gotham Office" panose="02000000000000000000" pitchFamily="2" charset="0"/>
                <a:cs typeface="Arial Narrow" panose="020B0604020202020204" pitchFamily="34" charset="0"/>
              </a:defRPr>
            </a:lvl1pPr>
          </a:lstStyle>
          <a:p>
            <a:r>
              <a:rPr lang="en-US" dirty="0"/>
              <a:t>CLICK TO EDIT end slide TITLE</a:t>
            </a:r>
          </a:p>
        </p:txBody>
      </p:sp>
    </p:spTree>
    <p:extLst>
      <p:ext uri="{BB962C8B-B14F-4D97-AF65-F5344CB8AC3E}">
        <p14:creationId xmlns:p14="http://schemas.microsoft.com/office/powerpoint/2010/main" val="428090465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102C32-C0CD-7147-9116-6362E8C5BE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slide title</a:t>
            </a:r>
          </a:p>
        </p:txBody>
      </p:sp>
      <p:sp>
        <p:nvSpPr>
          <p:cNvPr id="3" name="Text Placeholder 2">
            <a:extLst>
              <a:ext uri="{FF2B5EF4-FFF2-40B4-BE49-F238E27FC236}">
                <a16:creationId xmlns:a16="http://schemas.microsoft.com/office/drawing/2014/main" id="{26B44C2B-D5F6-2D41-9FF2-9C6FF0AD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slide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089D453-C143-CC4B-8EA5-2D84DB4BFA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1FFCF9-C27D-F94F-AF79-7DABFD39A70C}" type="datetime4">
              <a:rPr lang="en-US" smtClean="0"/>
              <a:t>December 4, 2025</a:t>
            </a:fld>
            <a:endParaRPr lang="en-US"/>
          </a:p>
        </p:txBody>
      </p:sp>
      <p:sp>
        <p:nvSpPr>
          <p:cNvPr id="5" name="Footer Placeholder 4">
            <a:extLst>
              <a:ext uri="{FF2B5EF4-FFF2-40B4-BE49-F238E27FC236}">
                <a16:creationId xmlns:a16="http://schemas.microsoft.com/office/drawing/2014/main" id="{CBE66BC3-528D-6A42-A7CB-B95ED3730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8838F9-78A8-874D-9598-92670A028A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BFF72C-5ACC-BF44-8A77-29ED5F2D29E3}" type="slidenum">
              <a:rPr lang="en-US" smtClean="0"/>
              <a:t>‹#›</a:t>
            </a:fld>
            <a:endParaRPr lang="en-US"/>
          </a:p>
        </p:txBody>
      </p:sp>
    </p:spTree>
    <p:extLst>
      <p:ext uri="{BB962C8B-B14F-4D97-AF65-F5344CB8AC3E}">
        <p14:creationId xmlns:p14="http://schemas.microsoft.com/office/powerpoint/2010/main" val="393729266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5" r:id="rId5"/>
    <p:sldLayoutId id="2147483666" r:id="rId6"/>
    <p:sldLayoutId id="2147483667" r:id="rId7"/>
    <p:sldLayoutId id="2147483668" r:id="rId8"/>
    <p:sldLayoutId id="2147483669" r:id="rId9"/>
    <p:sldLayoutId id="2147483670" r:id="rId10"/>
    <p:sldLayoutId id="2147483653" r:id="rId11"/>
    <p:sldLayoutId id="2147483671" r:id="rId12"/>
    <p:sldLayoutId id="2147483672" r:id="rId13"/>
    <p:sldLayoutId id="2147483673" r:id="rId14"/>
    <p:sldLayoutId id="2147483651" r:id="rId15"/>
    <p:sldLayoutId id="2147483652" r:id="rId16"/>
    <p:sldLayoutId id="2147483674" r:id="rId17"/>
    <p:sldLayoutId id="2147483675" r:id="rId18"/>
    <p:sldLayoutId id="2147483679" r:id="rId19"/>
    <p:sldLayoutId id="2147483676" r:id="rId20"/>
    <p:sldLayoutId id="2147483677" r:id="rId21"/>
    <p:sldLayoutId id="2147483678" r:id="rId22"/>
    <p:sldLayoutId id="2147483683" r:id="rId23"/>
    <p:sldLayoutId id="2147483681" r:id="rId24"/>
    <p:sldLayoutId id="2147483682" r:id="rId25"/>
    <p:sldLayoutId id="2147483680" r:id="rId26"/>
    <p:sldLayoutId id="2147483695" r:id="rId27"/>
    <p:sldLayoutId id="2147483684" r:id="rId28"/>
    <p:sldLayoutId id="2147483696" r:id="rId29"/>
    <p:sldLayoutId id="2147483685" r:id="rId30"/>
    <p:sldLayoutId id="2147483697" r:id="rId31"/>
    <p:sldLayoutId id="2147483654" r:id="rId32"/>
    <p:sldLayoutId id="2147483686" r:id="rId33"/>
    <p:sldLayoutId id="2147483687" r:id="rId34"/>
    <p:sldLayoutId id="2147483698" r:id="rId35"/>
    <p:sldLayoutId id="2147483699" r:id="rId36"/>
    <p:sldLayoutId id="2147483700" r:id="rId37"/>
    <p:sldLayoutId id="2147483688" r:id="rId38"/>
    <p:sldLayoutId id="2147483701" r:id="rId39"/>
    <p:sldLayoutId id="2147483689" r:id="rId40"/>
    <p:sldLayoutId id="2147483702" r:id="rId41"/>
    <p:sldLayoutId id="2147483711" r:id="rId42"/>
    <p:sldLayoutId id="2147483703" r:id="rId43"/>
    <p:sldLayoutId id="2147483712" r:id="rId44"/>
    <p:sldLayoutId id="2147483690" r:id="rId45"/>
    <p:sldLayoutId id="2147483704" r:id="rId46"/>
    <p:sldLayoutId id="2147483710" r:id="rId47"/>
    <p:sldLayoutId id="2147483692" r:id="rId48"/>
    <p:sldLayoutId id="2147483693" r:id="rId49"/>
    <p:sldLayoutId id="2147483694" r:id="rId50"/>
    <p:sldLayoutId id="2147483709" r:id="rId51"/>
    <p:sldLayoutId id="2147483705" r:id="rId52"/>
    <p:sldLayoutId id="2147483706" r:id="rId53"/>
    <p:sldLayoutId id="2147483707" r:id="rId54"/>
    <p:sldLayoutId id="2147483708" r:id="rId55"/>
  </p:sldLayoutIdLst>
  <p:hf hdr="0" ftr="0"/>
  <p:txStyles>
    <p:titleStyle>
      <a:lvl1pPr algn="l" defTabSz="914400" rtl="0" eaLnBrk="1" latinLnBrk="0" hangingPunct="1">
        <a:lnSpc>
          <a:spcPct val="90000"/>
        </a:lnSpc>
        <a:spcBef>
          <a:spcPct val="0"/>
        </a:spcBef>
        <a:buNone/>
        <a:defRPr sz="4400" b="1" i="0" kern="1200" baseline="0">
          <a:solidFill>
            <a:schemeClr val="tx1"/>
          </a:solidFill>
          <a:latin typeface="Gotham Office" panose="020000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Gotham Office" panose="020000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Gotham Office" panose="020000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Gotham Office" panose="02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Gotham Office" panose="020000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Gotham Office"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AA362-AEB0-E0ED-E776-8392D4B4D4B3}"/>
              </a:ext>
            </a:extLst>
          </p:cNvPr>
          <p:cNvSpPr>
            <a:spLocks noGrp="1"/>
          </p:cNvSpPr>
          <p:nvPr>
            <p:ph type="ctrTitle"/>
          </p:nvPr>
        </p:nvSpPr>
        <p:spPr/>
        <p:txBody>
          <a:bodyPr/>
          <a:lstStyle/>
          <a:p>
            <a:r>
              <a:rPr lang="en-US" dirty="0"/>
              <a:t>National Reading and Math Test Scores Analysis</a:t>
            </a:r>
          </a:p>
        </p:txBody>
      </p:sp>
      <p:sp>
        <p:nvSpPr>
          <p:cNvPr id="3" name="Text Placeholder 2">
            <a:extLst>
              <a:ext uri="{FF2B5EF4-FFF2-40B4-BE49-F238E27FC236}">
                <a16:creationId xmlns:a16="http://schemas.microsoft.com/office/drawing/2014/main" id="{D05F8811-76C1-332A-998F-3323CC0F151B}"/>
              </a:ext>
            </a:extLst>
          </p:cNvPr>
          <p:cNvSpPr>
            <a:spLocks noGrp="1"/>
          </p:cNvSpPr>
          <p:nvPr>
            <p:ph type="body" sz="quarter" idx="10"/>
          </p:nvPr>
        </p:nvSpPr>
        <p:spPr/>
        <p:txBody>
          <a:bodyPr/>
          <a:lstStyle/>
          <a:p>
            <a:r>
              <a:rPr lang="en-US" dirty="0"/>
              <a:t>By Alexander Welsh</a:t>
            </a:r>
          </a:p>
        </p:txBody>
      </p:sp>
      <p:sp>
        <p:nvSpPr>
          <p:cNvPr id="4" name="Text Placeholder 2">
            <a:extLst>
              <a:ext uri="{FF2B5EF4-FFF2-40B4-BE49-F238E27FC236}">
                <a16:creationId xmlns:a16="http://schemas.microsoft.com/office/drawing/2014/main" id="{F3CDAD3D-1C53-3C27-A50A-49FEB3A605C9}"/>
              </a:ext>
            </a:extLst>
          </p:cNvPr>
          <p:cNvSpPr txBox="1">
            <a:spLocks/>
          </p:cNvSpPr>
          <p:nvPr/>
        </p:nvSpPr>
        <p:spPr>
          <a:xfrm>
            <a:off x="787400" y="3784531"/>
            <a:ext cx="2606675" cy="42227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baseline="0">
                <a:solidFill>
                  <a:schemeClr val="bg1"/>
                </a:solidFill>
                <a:latin typeface="Gotham Office" panose="020000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Gotham Office" panose="020000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Gotham Office" panose="02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Gotham Office" panose="020000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Gotham Office" panose="02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12/4/2025</a:t>
            </a:r>
          </a:p>
        </p:txBody>
      </p:sp>
    </p:spTree>
    <p:extLst>
      <p:ext uri="{BB962C8B-B14F-4D97-AF65-F5344CB8AC3E}">
        <p14:creationId xmlns:p14="http://schemas.microsoft.com/office/powerpoint/2010/main" val="3155788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9046479B-0635-63AA-7524-8244B75C8983}"/>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2</a:t>
            </a:fld>
            <a:endParaRPr lang="en-US"/>
          </a:p>
        </p:txBody>
      </p:sp>
      <p:sp>
        <p:nvSpPr>
          <p:cNvPr id="10" name="Title 2">
            <a:extLst>
              <a:ext uri="{FF2B5EF4-FFF2-40B4-BE49-F238E27FC236}">
                <a16:creationId xmlns:a16="http://schemas.microsoft.com/office/drawing/2014/main" id="{17141359-0D17-6EAA-D8B0-B2ABE33511B9}"/>
              </a:ext>
            </a:extLst>
          </p:cNvPr>
          <p:cNvSpPr>
            <a:spLocks noGrp="1"/>
          </p:cNvSpPr>
          <p:nvPr>
            <p:ph type="ctrTitle"/>
          </p:nvPr>
        </p:nvSpPr>
        <p:spPr>
          <a:xfrm>
            <a:off x="1" y="4788571"/>
            <a:ext cx="8372474" cy="1934344"/>
          </a:xfrm>
        </p:spPr>
        <p:txBody>
          <a:bodyPr/>
          <a:lstStyle/>
          <a:p>
            <a:r>
              <a:rPr lang="en-US" dirty="0"/>
              <a:t>Participation &amp; Inclusion Overview</a:t>
            </a:r>
          </a:p>
        </p:txBody>
      </p:sp>
      <p:sp>
        <p:nvSpPr>
          <p:cNvPr id="11" name="TextBox 10">
            <a:extLst>
              <a:ext uri="{FF2B5EF4-FFF2-40B4-BE49-F238E27FC236}">
                <a16:creationId xmlns:a16="http://schemas.microsoft.com/office/drawing/2014/main" id="{B6D72DDC-6095-F629-FC04-DA0E7E7EEDE0}"/>
              </a:ext>
            </a:extLst>
          </p:cNvPr>
          <p:cNvSpPr txBox="1"/>
          <p:nvPr/>
        </p:nvSpPr>
        <p:spPr>
          <a:xfrm>
            <a:off x="8570485" y="917001"/>
            <a:ext cx="3477548" cy="3385542"/>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This page gives a general overview of the data to better understand the following dashboard pages.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The 2023 Math and Reading Scores are the newest scores presented in the data</a:t>
            </a:r>
            <a:r>
              <a:rPr lang="en-US" sz="1400" dirty="0">
                <a:solidFill>
                  <a:srgbClr val="FFFFFF"/>
                </a:solidFill>
                <a:latin typeface="Gotham Office" panose="02000000000000000000" pitchFamily="2" charset="0"/>
                <a:cs typeface="Arial" panose="020B0604020202020204" pitchFamily="34" charset="0"/>
              </a:rPr>
              <a:t> and act as a basis for the rest of the data.</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The bar graphs show which schools the data came from. National and Public schooling far outweighs </a:t>
            </a:r>
            <a:r>
              <a:rPr lang="en-US" sz="1400" dirty="0">
                <a:solidFill>
                  <a:srgbClr val="FFFFFF"/>
                </a:solidFill>
                <a:latin typeface="Gotham Office" panose="02000000000000000000" pitchFamily="2" charset="0"/>
                <a:cs typeface="Arial" panose="020B0604020202020204" pitchFamily="34" charset="0"/>
              </a:rPr>
              <a:t>private schools.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The average reading scores through the years has had little variation since the start of the data in 1970 other then an increase </a:t>
            </a:r>
            <a:r>
              <a:rPr lang="en-US" sz="1400" dirty="0">
                <a:solidFill>
                  <a:srgbClr val="FFFFFF"/>
                </a:solidFill>
                <a:latin typeface="Gotham Office" panose="02000000000000000000" pitchFamily="2" charset="0"/>
                <a:cs typeface="Arial" panose="020B0604020202020204" pitchFamily="34" charset="0"/>
              </a:rPr>
              <a:t>from 2003 until 2012. Since 2012 both Reading and Math scores have drastically decreased.</a:t>
            </a: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15" name="Picture 14">
            <a:extLst>
              <a:ext uri="{FF2B5EF4-FFF2-40B4-BE49-F238E27FC236}">
                <a16:creationId xmlns:a16="http://schemas.microsoft.com/office/drawing/2014/main" id="{73645370-A2FD-77A6-71D7-4E324C3CA33C}"/>
              </a:ext>
            </a:extLst>
          </p:cNvPr>
          <p:cNvPicPr>
            <a:picLocks noChangeAspect="1"/>
          </p:cNvPicPr>
          <p:nvPr/>
        </p:nvPicPr>
        <p:blipFill>
          <a:blip r:embed="rId2"/>
          <a:stretch>
            <a:fillRect/>
          </a:stretch>
        </p:blipFill>
        <p:spPr>
          <a:xfrm>
            <a:off x="61913" y="28575"/>
            <a:ext cx="8446660" cy="4759996"/>
          </a:xfrm>
          <a:prstGeom prst="rect">
            <a:avLst/>
          </a:prstGeom>
        </p:spPr>
      </p:pic>
    </p:spTree>
    <p:extLst>
      <p:ext uri="{BB962C8B-B14F-4D97-AF65-F5344CB8AC3E}">
        <p14:creationId xmlns:p14="http://schemas.microsoft.com/office/powerpoint/2010/main" val="3897766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14241-7951-923D-15B6-5A24D805534D}"/>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18409A86-A521-795C-B00A-5DF312A0C8A7}"/>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3</a:t>
            </a:fld>
            <a:endParaRPr lang="en-US"/>
          </a:p>
        </p:txBody>
      </p:sp>
      <p:sp>
        <p:nvSpPr>
          <p:cNvPr id="10" name="Title 2">
            <a:extLst>
              <a:ext uri="{FF2B5EF4-FFF2-40B4-BE49-F238E27FC236}">
                <a16:creationId xmlns:a16="http://schemas.microsoft.com/office/drawing/2014/main" id="{379B26BA-536C-1FA5-B53F-BE8E59357F4D}"/>
              </a:ext>
            </a:extLst>
          </p:cNvPr>
          <p:cNvSpPr>
            <a:spLocks noGrp="1"/>
          </p:cNvSpPr>
          <p:nvPr>
            <p:ph type="ctrTitle"/>
          </p:nvPr>
        </p:nvSpPr>
        <p:spPr>
          <a:xfrm>
            <a:off x="1" y="4788571"/>
            <a:ext cx="8372474" cy="1934344"/>
          </a:xfrm>
        </p:spPr>
        <p:txBody>
          <a:bodyPr/>
          <a:lstStyle/>
          <a:p>
            <a:r>
              <a:rPr lang="en-US" dirty="0"/>
              <a:t>SD/EL Subgroup Analysis</a:t>
            </a:r>
          </a:p>
        </p:txBody>
      </p:sp>
      <p:sp>
        <p:nvSpPr>
          <p:cNvPr id="11" name="TextBox 10">
            <a:extLst>
              <a:ext uri="{FF2B5EF4-FFF2-40B4-BE49-F238E27FC236}">
                <a16:creationId xmlns:a16="http://schemas.microsoft.com/office/drawing/2014/main" id="{DFB10546-013A-C991-A6AB-2A7F1BED280E}"/>
              </a:ext>
            </a:extLst>
          </p:cNvPr>
          <p:cNvSpPr txBox="1"/>
          <p:nvPr/>
        </p:nvSpPr>
        <p:spPr>
          <a:xfrm>
            <a:off x="8570485" y="917001"/>
            <a:ext cx="3477548" cy="4223720"/>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This dashboard analyses the number of students who have disabilities or are English learners</a:t>
            </a:r>
            <a:r>
              <a:rPr lang="en-US" sz="1400" dirty="0">
                <a:solidFill>
                  <a:srgbClr val="FFFFFF"/>
                </a:solidFill>
                <a:latin typeface="Gotham Office" panose="02000000000000000000" pitchFamily="2" charset="0"/>
                <a:cs typeface="Arial" panose="020B0604020202020204" pitchFamily="34" charset="0"/>
              </a:rPr>
              <a: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The stacked bar charts show the students who are disabled as a percentage of all students.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Students who had a disability, including those who were also English learners, were excluded from the dataset.</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Students who were English learners were </a:t>
            </a:r>
            <a:r>
              <a:rPr lang="en-US" sz="1400" dirty="0">
                <a:solidFill>
                  <a:srgbClr val="FFFFFF"/>
                </a:solidFill>
                <a:latin typeface="Gotham Office" panose="02000000000000000000" pitchFamily="2" charset="0"/>
                <a:cs typeface="Arial" panose="020B0604020202020204" pitchFamily="34" charset="0"/>
              </a:rPr>
              <a:t>excluded from the math dataset but students who had a disability were retained.</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The table to the right shows the various accommodations used during math testing with students who are disabled or are English learners.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3" name="Picture 2">
            <a:extLst>
              <a:ext uri="{FF2B5EF4-FFF2-40B4-BE49-F238E27FC236}">
                <a16:creationId xmlns:a16="http://schemas.microsoft.com/office/drawing/2014/main" id="{AD4BE1A6-E278-3097-5760-F5C41968A55F}"/>
              </a:ext>
            </a:extLst>
          </p:cNvPr>
          <p:cNvPicPr>
            <a:picLocks noChangeAspect="1"/>
          </p:cNvPicPr>
          <p:nvPr/>
        </p:nvPicPr>
        <p:blipFill>
          <a:blip r:embed="rId2"/>
          <a:stretch>
            <a:fillRect/>
          </a:stretch>
        </p:blipFill>
        <p:spPr>
          <a:xfrm>
            <a:off x="57150" y="38100"/>
            <a:ext cx="8372474" cy="4701263"/>
          </a:xfrm>
          <a:prstGeom prst="rect">
            <a:avLst/>
          </a:prstGeom>
        </p:spPr>
      </p:pic>
    </p:spTree>
    <p:extLst>
      <p:ext uri="{BB962C8B-B14F-4D97-AF65-F5344CB8AC3E}">
        <p14:creationId xmlns:p14="http://schemas.microsoft.com/office/powerpoint/2010/main" val="3021471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C768-2DF7-79A5-E7E0-454DA95D2EEB}"/>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F6C72D88-8AF8-A015-764B-A723A636EA14}"/>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4</a:t>
            </a:fld>
            <a:endParaRPr lang="en-US"/>
          </a:p>
        </p:txBody>
      </p:sp>
      <p:sp>
        <p:nvSpPr>
          <p:cNvPr id="10" name="Title 2">
            <a:extLst>
              <a:ext uri="{FF2B5EF4-FFF2-40B4-BE49-F238E27FC236}">
                <a16:creationId xmlns:a16="http://schemas.microsoft.com/office/drawing/2014/main" id="{42C95C25-319E-DFE1-C0CA-0DA8361B9752}"/>
              </a:ext>
            </a:extLst>
          </p:cNvPr>
          <p:cNvSpPr>
            <a:spLocks noGrp="1"/>
          </p:cNvSpPr>
          <p:nvPr>
            <p:ph type="ctrTitle"/>
          </p:nvPr>
        </p:nvSpPr>
        <p:spPr>
          <a:xfrm>
            <a:off x="1" y="4788571"/>
            <a:ext cx="8372474" cy="1934344"/>
          </a:xfrm>
        </p:spPr>
        <p:txBody>
          <a:bodyPr/>
          <a:lstStyle/>
          <a:p>
            <a:r>
              <a:rPr lang="en-US" dirty="0"/>
              <a:t>SD/EL Subgroup Analysis CONT.</a:t>
            </a:r>
          </a:p>
        </p:txBody>
      </p:sp>
      <p:sp>
        <p:nvSpPr>
          <p:cNvPr id="11" name="TextBox 10">
            <a:extLst>
              <a:ext uri="{FF2B5EF4-FFF2-40B4-BE49-F238E27FC236}">
                <a16:creationId xmlns:a16="http://schemas.microsoft.com/office/drawing/2014/main" id="{077F8AAC-37EA-A92F-230C-CA5A39E20B83}"/>
              </a:ext>
            </a:extLst>
          </p:cNvPr>
          <p:cNvSpPr txBox="1"/>
          <p:nvPr/>
        </p:nvSpPr>
        <p:spPr>
          <a:xfrm>
            <a:off x="8570485" y="917001"/>
            <a:ext cx="3477548" cy="867930"/>
          </a:xfrm>
          <a:prstGeom prst="rect">
            <a:avLst/>
          </a:prstGeom>
          <a:noFill/>
        </p:spPr>
        <p:txBody>
          <a:bodyPr wrap="square" lIns="0" rtlCol="0">
            <a:spAutoFit/>
          </a:bodyPr>
          <a:lstStyle/>
          <a:p>
            <a:pPr marL="285750" lvl="0" indent="-285750">
              <a:lnSpc>
                <a:spcPct val="90000"/>
              </a:lnSpc>
              <a:spcBef>
                <a:spcPts val="1000"/>
              </a:spcBef>
              <a:buFont typeface="Arial" panose="020B0604020202020204" pitchFamily="34" charset="0"/>
              <a:buChar char="•"/>
              <a:defRPr/>
            </a:pPr>
            <a:r>
              <a:rPr lang="en-US" sz="1400" dirty="0">
                <a:solidFill>
                  <a:srgbClr val="FFFFFF"/>
                </a:solidFill>
                <a:latin typeface="Gotham Office" panose="02000000000000000000" pitchFamily="2" charset="0"/>
                <a:cs typeface="Arial" panose="020B0604020202020204" pitchFamily="34" charset="0"/>
              </a:rPr>
              <a:t>The table to the right shows the various accommodations used during reading testing with students who are disabled or are English learners.</a:t>
            </a:r>
          </a:p>
        </p:txBody>
      </p:sp>
      <p:pic>
        <p:nvPicPr>
          <p:cNvPr id="3" name="Picture 2">
            <a:extLst>
              <a:ext uri="{FF2B5EF4-FFF2-40B4-BE49-F238E27FC236}">
                <a16:creationId xmlns:a16="http://schemas.microsoft.com/office/drawing/2014/main" id="{53128F9F-59C5-FF5C-3396-970427A33942}"/>
              </a:ext>
            </a:extLst>
          </p:cNvPr>
          <p:cNvPicPr>
            <a:picLocks noChangeAspect="1"/>
          </p:cNvPicPr>
          <p:nvPr/>
        </p:nvPicPr>
        <p:blipFill>
          <a:blip r:embed="rId2"/>
          <a:stretch>
            <a:fillRect/>
          </a:stretch>
        </p:blipFill>
        <p:spPr>
          <a:xfrm>
            <a:off x="57150" y="38100"/>
            <a:ext cx="8372474" cy="4701263"/>
          </a:xfrm>
          <a:prstGeom prst="rect">
            <a:avLst/>
          </a:prstGeom>
        </p:spPr>
      </p:pic>
      <p:pic>
        <p:nvPicPr>
          <p:cNvPr id="4" name="Picture 3">
            <a:extLst>
              <a:ext uri="{FF2B5EF4-FFF2-40B4-BE49-F238E27FC236}">
                <a16:creationId xmlns:a16="http://schemas.microsoft.com/office/drawing/2014/main" id="{162CE72F-58EC-AB83-9522-80C36C93FB18}"/>
              </a:ext>
            </a:extLst>
          </p:cNvPr>
          <p:cNvPicPr>
            <a:picLocks noChangeAspect="1"/>
          </p:cNvPicPr>
          <p:nvPr/>
        </p:nvPicPr>
        <p:blipFill>
          <a:blip r:embed="rId3"/>
          <a:stretch>
            <a:fillRect/>
          </a:stretch>
        </p:blipFill>
        <p:spPr>
          <a:xfrm>
            <a:off x="71437" y="42862"/>
            <a:ext cx="8355941" cy="4696501"/>
          </a:xfrm>
          <a:prstGeom prst="rect">
            <a:avLst/>
          </a:prstGeom>
        </p:spPr>
      </p:pic>
    </p:spTree>
    <p:extLst>
      <p:ext uri="{BB962C8B-B14F-4D97-AF65-F5344CB8AC3E}">
        <p14:creationId xmlns:p14="http://schemas.microsoft.com/office/powerpoint/2010/main" val="150889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EF06D-5B33-F92E-3099-83498671FD8C}"/>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B91FD682-52D1-4C9C-D9BD-16F26341F0CA}"/>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5</a:t>
            </a:fld>
            <a:endParaRPr lang="en-US"/>
          </a:p>
        </p:txBody>
      </p:sp>
      <p:sp>
        <p:nvSpPr>
          <p:cNvPr id="10" name="Title 2">
            <a:extLst>
              <a:ext uri="{FF2B5EF4-FFF2-40B4-BE49-F238E27FC236}">
                <a16:creationId xmlns:a16="http://schemas.microsoft.com/office/drawing/2014/main" id="{E8C31880-6351-321B-3F25-2C4AB87A5B73}"/>
              </a:ext>
            </a:extLst>
          </p:cNvPr>
          <p:cNvSpPr>
            <a:spLocks noGrp="1"/>
          </p:cNvSpPr>
          <p:nvPr>
            <p:ph type="ctrTitle"/>
          </p:nvPr>
        </p:nvSpPr>
        <p:spPr>
          <a:xfrm>
            <a:off x="1" y="4788571"/>
            <a:ext cx="8372474" cy="1934344"/>
          </a:xfrm>
        </p:spPr>
        <p:txBody>
          <a:bodyPr/>
          <a:lstStyle/>
          <a:p>
            <a:r>
              <a:rPr lang="en-US" dirty="0"/>
              <a:t>Student Demographics</a:t>
            </a:r>
          </a:p>
        </p:txBody>
      </p:sp>
      <p:sp>
        <p:nvSpPr>
          <p:cNvPr id="11" name="TextBox 10">
            <a:extLst>
              <a:ext uri="{FF2B5EF4-FFF2-40B4-BE49-F238E27FC236}">
                <a16:creationId xmlns:a16="http://schemas.microsoft.com/office/drawing/2014/main" id="{361D9D53-86A1-F155-C2B4-45343DB4F2CA}"/>
              </a:ext>
            </a:extLst>
          </p:cNvPr>
          <p:cNvSpPr txBox="1"/>
          <p:nvPr/>
        </p:nvSpPr>
        <p:spPr>
          <a:xfrm>
            <a:off x="8570485" y="917001"/>
            <a:ext cx="3477548" cy="2416046"/>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This dashboard shows a number of line graphs based on various student demographics. Each are viewable by clicking on the buttons at the top of the dashboard.</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Starting with the average reading and math scores very year gives a basis to compare the rest of the data to.</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1400" dirty="0">
              <a:solidFill>
                <a:srgbClr val="FFFFFF"/>
              </a:solidFill>
              <a:latin typeface="Gotham Office" panose="02000000000000000000" pitchFamily="2" charset="0"/>
              <a:cs typeface="Arial" panose="020B0604020202020204" pitchFamily="34" charset="0"/>
            </a:endParaRP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3" name="Picture 2">
            <a:extLst>
              <a:ext uri="{FF2B5EF4-FFF2-40B4-BE49-F238E27FC236}">
                <a16:creationId xmlns:a16="http://schemas.microsoft.com/office/drawing/2014/main" id="{745CBA9C-71CF-0853-3B74-947BE62E6BE6}"/>
              </a:ext>
            </a:extLst>
          </p:cNvPr>
          <p:cNvPicPr>
            <a:picLocks noChangeAspect="1"/>
          </p:cNvPicPr>
          <p:nvPr/>
        </p:nvPicPr>
        <p:blipFill>
          <a:blip r:embed="rId2"/>
          <a:stretch>
            <a:fillRect/>
          </a:stretch>
        </p:blipFill>
        <p:spPr>
          <a:xfrm>
            <a:off x="57150" y="38100"/>
            <a:ext cx="8372474" cy="4701263"/>
          </a:xfrm>
          <a:prstGeom prst="rect">
            <a:avLst/>
          </a:prstGeom>
        </p:spPr>
      </p:pic>
      <p:pic>
        <p:nvPicPr>
          <p:cNvPr id="7" name="Picture 6">
            <a:extLst>
              <a:ext uri="{FF2B5EF4-FFF2-40B4-BE49-F238E27FC236}">
                <a16:creationId xmlns:a16="http://schemas.microsoft.com/office/drawing/2014/main" id="{723EED5B-1152-70C5-E8DF-6C9DB73C575E}"/>
              </a:ext>
            </a:extLst>
          </p:cNvPr>
          <p:cNvPicPr>
            <a:picLocks noChangeAspect="1"/>
          </p:cNvPicPr>
          <p:nvPr/>
        </p:nvPicPr>
        <p:blipFill>
          <a:blip r:embed="rId3"/>
          <a:stretch>
            <a:fillRect/>
          </a:stretch>
        </p:blipFill>
        <p:spPr>
          <a:xfrm>
            <a:off x="66675" y="38100"/>
            <a:ext cx="8359268" cy="4701263"/>
          </a:xfrm>
          <a:prstGeom prst="rect">
            <a:avLst/>
          </a:prstGeom>
        </p:spPr>
      </p:pic>
    </p:spTree>
    <p:extLst>
      <p:ext uri="{BB962C8B-B14F-4D97-AF65-F5344CB8AC3E}">
        <p14:creationId xmlns:p14="http://schemas.microsoft.com/office/powerpoint/2010/main" val="2124070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1515-6330-B9E5-A0BD-B5D4BFC7A001}"/>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89DE0277-AAE2-79DC-932D-915EC1B57126}"/>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6</a:t>
            </a:fld>
            <a:endParaRPr lang="en-US"/>
          </a:p>
        </p:txBody>
      </p:sp>
      <p:sp>
        <p:nvSpPr>
          <p:cNvPr id="10" name="Title 2">
            <a:extLst>
              <a:ext uri="{FF2B5EF4-FFF2-40B4-BE49-F238E27FC236}">
                <a16:creationId xmlns:a16="http://schemas.microsoft.com/office/drawing/2014/main" id="{42D8787F-C1AD-8CCD-342B-E673175C66AE}"/>
              </a:ext>
            </a:extLst>
          </p:cNvPr>
          <p:cNvSpPr>
            <a:spLocks noGrp="1"/>
          </p:cNvSpPr>
          <p:nvPr>
            <p:ph type="ctrTitle"/>
          </p:nvPr>
        </p:nvSpPr>
        <p:spPr>
          <a:xfrm>
            <a:off x="1" y="4788571"/>
            <a:ext cx="8372474" cy="1934344"/>
          </a:xfrm>
        </p:spPr>
        <p:txBody>
          <a:bodyPr/>
          <a:lstStyle/>
          <a:p>
            <a:r>
              <a:rPr lang="en-US" dirty="0"/>
              <a:t>Student Demographics Cont.</a:t>
            </a:r>
          </a:p>
        </p:txBody>
      </p:sp>
      <p:sp>
        <p:nvSpPr>
          <p:cNvPr id="11" name="TextBox 10">
            <a:extLst>
              <a:ext uri="{FF2B5EF4-FFF2-40B4-BE49-F238E27FC236}">
                <a16:creationId xmlns:a16="http://schemas.microsoft.com/office/drawing/2014/main" id="{58A5D422-CC21-FF38-0175-923D41B8E2A8}"/>
              </a:ext>
            </a:extLst>
          </p:cNvPr>
          <p:cNvSpPr txBox="1"/>
          <p:nvPr/>
        </p:nvSpPr>
        <p:spPr>
          <a:xfrm>
            <a:off x="8570485" y="917001"/>
            <a:ext cx="3477548" cy="1771767"/>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Test scores for both reading and math are drastically higher in private schools as compared to public schools.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Though it is important to know that, as seen on the overview dashboard, there is not a large enough volume of private schools to have a meaningful effect on the national average.</a:t>
            </a: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3" name="Picture 2">
            <a:extLst>
              <a:ext uri="{FF2B5EF4-FFF2-40B4-BE49-F238E27FC236}">
                <a16:creationId xmlns:a16="http://schemas.microsoft.com/office/drawing/2014/main" id="{F7E7DAD3-714F-BD36-DE4D-ED3249B1AF59}"/>
              </a:ext>
            </a:extLst>
          </p:cNvPr>
          <p:cNvPicPr>
            <a:picLocks noChangeAspect="1"/>
          </p:cNvPicPr>
          <p:nvPr/>
        </p:nvPicPr>
        <p:blipFill>
          <a:blip r:embed="rId2"/>
          <a:stretch>
            <a:fillRect/>
          </a:stretch>
        </p:blipFill>
        <p:spPr>
          <a:xfrm>
            <a:off x="57150" y="38100"/>
            <a:ext cx="8372474" cy="4701263"/>
          </a:xfrm>
          <a:prstGeom prst="rect">
            <a:avLst/>
          </a:prstGeom>
        </p:spPr>
      </p:pic>
      <p:pic>
        <p:nvPicPr>
          <p:cNvPr id="4" name="Picture 3">
            <a:extLst>
              <a:ext uri="{FF2B5EF4-FFF2-40B4-BE49-F238E27FC236}">
                <a16:creationId xmlns:a16="http://schemas.microsoft.com/office/drawing/2014/main" id="{E0D3DF70-7B4C-783F-5D91-819F00A1F970}"/>
              </a:ext>
            </a:extLst>
          </p:cNvPr>
          <p:cNvPicPr>
            <a:picLocks noChangeAspect="1"/>
          </p:cNvPicPr>
          <p:nvPr/>
        </p:nvPicPr>
        <p:blipFill>
          <a:blip r:embed="rId3"/>
          <a:stretch>
            <a:fillRect/>
          </a:stretch>
        </p:blipFill>
        <p:spPr>
          <a:xfrm>
            <a:off x="61912" y="38100"/>
            <a:ext cx="8365871" cy="4701263"/>
          </a:xfrm>
          <a:prstGeom prst="rect">
            <a:avLst/>
          </a:prstGeom>
        </p:spPr>
      </p:pic>
    </p:spTree>
    <p:extLst>
      <p:ext uri="{BB962C8B-B14F-4D97-AF65-F5344CB8AC3E}">
        <p14:creationId xmlns:p14="http://schemas.microsoft.com/office/powerpoint/2010/main" val="3583237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9F01B-E720-01CC-E3C6-962A184A4380}"/>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33BB63A1-0D50-8979-DF05-F7C329D4AEB9}"/>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7</a:t>
            </a:fld>
            <a:endParaRPr lang="en-US"/>
          </a:p>
        </p:txBody>
      </p:sp>
      <p:sp>
        <p:nvSpPr>
          <p:cNvPr id="10" name="Title 2">
            <a:extLst>
              <a:ext uri="{FF2B5EF4-FFF2-40B4-BE49-F238E27FC236}">
                <a16:creationId xmlns:a16="http://schemas.microsoft.com/office/drawing/2014/main" id="{00F75809-74B6-203B-BB4D-88C1D94248C6}"/>
              </a:ext>
            </a:extLst>
          </p:cNvPr>
          <p:cNvSpPr>
            <a:spLocks noGrp="1"/>
          </p:cNvSpPr>
          <p:nvPr>
            <p:ph type="ctrTitle"/>
          </p:nvPr>
        </p:nvSpPr>
        <p:spPr>
          <a:xfrm>
            <a:off x="1" y="4788571"/>
            <a:ext cx="8372474" cy="1934344"/>
          </a:xfrm>
        </p:spPr>
        <p:txBody>
          <a:bodyPr/>
          <a:lstStyle/>
          <a:p>
            <a:r>
              <a:rPr lang="en-US" dirty="0"/>
              <a:t>Student Demographics Cont.</a:t>
            </a:r>
          </a:p>
        </p:txBody>
      </p:sp>
      <p:sp>
        <p:nvSpPr>
          <p:cNvPr id="11" name="TextBox 10">
            <a:extLst>
              <a:ext uri="{FF2B5EF4-FFF2-40B4-BE49-F238E27FC236}">
                <a16:creationId xmlns:a16="http://schemas.microsoft.com/office/drawing/2014/main" id="{3BD82625-4A23-B2C8-CF59-BD8A0C368D5D}"/>
              </a:ext>
            </a:extLst>
          </p:cNvPr>
          <p:cNvSpPr txBox="1"/>
          <p:nvPr/>
        </p:nvSpPr>
        <p:spPr>
          <a:xfrm>
            <a:off x="8570485" y="917001"/>
            <a:ext cx="3477548" cy="1383969"/>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Students who go to school in suburbs do far better in both reading and math testing.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Students who go to school in towns test the lowest in reading but cities test the lowest in math.</a:t>
            </a: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3" name="Picture 2">
            <a:extLst>
              <a:ext uri="{FF2B5EF4-FFF2-40B4-BE49-F238E27FC236}">
                <a16:creationId xmlns:a16="http://schemas.microsoft.com/office/drawing/2014/main" id="{9F96DBE4-085B-F14F-3A3A-CF09B320B888}"/>
              </a:ext>
            </a:extLst>
          </p:cNvPr>
          <p:cNvPicPr>
            <a:picLocks noChangeAspect="1"/>
          </p:cNvPicPr>
          <p:nvPr/>
        </p:nvPicPr>
        <p:blipFill>
          <a:blip r:embed="rId2"/>
          <a:stretch>
            <a:fillRect/>
          </a:stretch>
        </p:blipFill>
        <p:spPr>
          <a:xfrm>
            <a:off x="57150" y="38100"/>
            <a:ext cx="8372474" cy="4701263"/>
          </a:xfrm>
          <a:prstGeom prst="rect">
            <a:avLst/>
          </a:prstGeom>
        </p:spPr>
      </p:pic>
      <p:pic>
        <p:nvPicPr>
          <p:cNvPr id="4" name="Picture 3">
            <a:extLst>
              <a:ext uri="{FF2B5EF4-FFF2-40B4-BE49-F238E27FC236}">
                <a16:creationId xmlns:a16="http://schemas.microsoft.com/office/drawing/2014/main" id="{EDE71818-17B9-BDF5-96D3-18A323925E5D}"/>
              </a:ext>
            </a:extLst>
          </p:cNvPr>
          <p:cNvPicPr>
            <a:picLocks noChangeAspect="1"/>
          </p:cNvPicPr>
          <p:nvPr/>
        </p:nvPicPr>
        <p:blipFill>
          <a:blip r:embed="rId3"/>
          <a:stretch>
            <a:fillRect/>
          </a:stretch>
        </p:blipFill>
        <p:spPr>
          <a:xfrm>
            <a:off x="61913" y="42862"/>
            <a:ext cx="8369152" cy="4696501"/>
          </a:xfrm>
          <a:prstGeom prst="rect">
            <a:avLst/>
          </a:prstGeom>
        </p:spPr>
      </p:pic>
    </p:spTree>
    <p:extLst>
      <p:ext uri="{BB962C8B-B14F-4D97-AF65-F5344CB8AC3E}">
        <p14:creationId xmlns:p14="http://schemas.microsoft.com/office/powerpoint/2010/main" val="1852360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FCAAD-5716-7522-50FA-5B5B01A2BB41}"/>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AB0521B2-61FC-22AE-18C6-DAA3A268AF5A}"/>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8</a:t>
            </a:fld>
            <a:endParaRPr lang="en-US"/>
          </a:p>
        </p:txBody>
      </p:sp>
      <p:sp>
        <p:nvSpPr>
          <p:cNvPr id="10" name="Title 2">
            <a:extLst>
              <a:ext uri="{FF2B5EF4-FFF2-40B4-BE49-F238E27FC236}">
                <a16:creationId xmlns:a16="http://schemas.microsoft.com/office/drawing/2014/main" id="{83764F1B-7E6F-52F4-B9DE-C3F3CCED2C82}"/>
              </a:ext>
            </a:extLst>
          </p:cNvPr>
          <p:cNvSpPr>
            <a:spLocks noGrp="1"/>
          </p:cNvSpPr>
          <p:nvPr>
            <p:ph type="ctrTitle"/>
          </p:nvPr>
        </p:nvSpPr>
        <p:spPr>
          <a:xfrm>
            <a:off x="1" y="4788571"/>
            <a:ext cx="8372474" cy="1934344"/>
          </a:xfrm>
        </p:spPr>
        <p:txBody>
          <a:bodyPr/>
          <a:lstStyle/>
          <a:p>
            <a:r>
              <a:rPr lang="en-US" dirty="0"/>
              <a:t>Student Demographics Cont.</a:t>
            </a:r>
          </a:p>
        </p:txBody>
      </p:sp>
      <p:sp>
        <p:nvSpPr>
          <p:cNvPr id="11" name="TextBox 10">
            <a:extLst>
              <a:ext uri="{FF2B5EF4-FFF2-40B4-BE49-F238E27FC236}">
                <a16:creationId xmlns:a16="http://schemas.microsoft.com/office/drawing/2014/main" id="{A12F8B72-588E-3F04-C146-F5D6336FCD4C}"/>
              </a:ext>
            </a:extLst>
          </p:cNvPr>
          <p:cNvSpPr txBox="1"/>
          <p:nvPr/>
        </p:nvSpPr>
        <p:spPr>
          <a:xfrm>
            <a:off x="8570485" y="917001"/>
            <a:ext cx="3477548" cy="867930"/>
          </a:xfrm>
          <a:prstGeom prst="rect">
            <a:avLst/>
          </a:prstGeom>
          <a:noFill/>
        </p:spPr>
        <p:txBody>
          <a:bodyPr wrap="square" lIns="0" rtlCol="0">
            <a:spAutoFit/>
          </a:bodyPr>
          <a:lstStyle/>
          <a:p>
            <a:pPr marL="285750" lvl="0" indent="-285750">
              <a:lnSpc>
                <a:spcPct val="90000"/>
              </a:lnSpc>
              <a:spcBef>
                <a:spcPts val="1000"/>
              </a:spcBef>
              <a:buFont typeface="Arial" panose="020B0604020202020204" pitchFamily="34" charset="0"/>
              <a:buChar char="•"/>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Students who are disabled do far worse on both reading and math testing. This also includes disabled students who receive </a:t>
            </a:r>
            <a:r>
              <a:rPr lang="en-US" sz="1400" dirty="0">
                <a:solidFill>
                  <a:srgbClr val="FFFFFF"/>
                </a:solidFill>
                <a:latin typeface="Gotham Office" panose="02000000000000000000" pitchFamily="2" charset="0"/>
                <a:cs typeface="Arial" panose="020B0604020202020204" pitchFamily="34" charset="0"/>
              </a:rPr>
              <a:t>accommodations during their testing.</a:t>
            </a: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3" name="Picture 2">
            <a:extLst>
              <a:ext uri="{FF2B5EF4-FFF2-40B4-BE49-F238E27FC236}">
                <a16:creationId xmlns:a16="http://schemas.microsoft.com/office/drawing/2014/main" id="{39B439C3-0888-B0F6-5754-B8C973DACD3A}"/>
              </a:ext>
            </a:extLst>
          </p:cNvPr>
          <p:cNvPicPr>
            <a:picLocks noChangeAspect="1"/>
          </p:cNvPicPr>
          <p:nvPr/>
        </p:nvPicPr>
        <p:blipFill>
          <a:blip r:embed="rId2"/>
          <a:stretch>
            <a:fillRect/>
          </a:stretch>
        </p:blipFill>
        <p:spPr>
          <a:xfrm>
            <a:off x="57150" y="38100"/>
            <a:ext cx="8372474" cy="4701263"/>
          </a:xfrm>
          <a:prstGeom prst="rect">
            <a:avLst/>
          </a:prstGeom>
        </p:spPr>
      </p:pic>
      <p:pic>
        <p:nvPicPr>
          <p:cNvPr id="4" name="Picture 3">
            <a:extLst>
              <a:ext uri="{FF2B5EF4-FFF2-40B4-BE49-F238E27FC236}">
                <a16:creationId xmlns:a16="http://schemas.microsoft.com/office/drawing/2014/main" id="{F47D6F61-299B-E13D-66FD-9EB26A24A605}"/>
              </a:ext>
            </a:extLst>
          </p:cNvPr>
          <p:cNvPicPr>
            <a:picLocks noChangeAspect="1"/>
          </p:cNvPicPr>
          <p:nvPr/>
        </p:nvPicPr>
        <p:blipFill>
          <a:blip r:embed="rId3"/>
          <a:stretch>
            <a:fillRect/>
          </a:stretch>
        </p:blipFill>
        <p:spPr>
          <a:xfrm>
            <a:off x="71437" y="47625"/>
            <a:ext cx="8359223" cy="4691738"/>
          </a:xfrm>
          <a:prstGeom prst="rect">
            <a:avLst/>
          </a:prstGeom>
        </p:spPr>
      </p:pic>
    </p:spTree>
    <p:extLst>
      <p:ext uri="{BB962C8B-B14F-4D97-AF65-F5344CB8AC3E}">
        <p14:creationId xmlns:p14="http://schemas.microsoft.com/office/powerpoint/2010/main" val="317584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749C3-3D21-9E07-10A8-40D3B187F5E5}"/>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B7B10142-74E1-55A6-67EB-316DF2647AE6}"/>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9</a:t>
            </a:fld>
            <a:endParaRPr lang="en-US"/>
          </a:p>
        </p:txBody>
      </p:sp>
      <p:sp>
        <p:nvSpPr>
          <p:cNvPr id="10" name="Title 2">
            <a:extLst>
              <a:ext uri="{FF2B5EF4-FFF2-40B4-BE49-F238E27FC236}">
                <a16:creationId xmlns:a16="http://schemas.microsoft.com/office/drawing/2014/main" id="{4502AA10-0EA6-4B24-F476-77EAD66E8C16}"/>
              </a:ext>
            </a:extLst>
          </p:cNvPr>
          <p:cNvSpPr>
            <a:spLocks noGrp="1"/>
          </p:cNvSpPr>
          <p:nvPr>
            <p:ph type="ctrTitle"/>
          </p:nvPr>
        </p:nvSpPr>
        <p:spPr>
          <a:xfrm>
            <a:off x="1" y="4788571"/>
            <a:ext cx="8372474" cy="1934344"/>
          </a:xfrm>
        </p:spPr>
        <p:txBody>
          <a:bodyPr/>
          <a:lstStyle/>
          <a:p>
            <a:r>
              <a:rPr lang="en-US" dirty="0"/>
              <a:t>Student Demographics Cont.</a:t>
            </a:r>
          </a:p>
        </p:txBody>
      </p:sp>
      <p:sp>
        <p:nvSpPr>
          <p:cNvPr id="11" name="TextBox 10">
            <a:extLst>
              <a:ext uri="{FF2B5EF4-FFF2-40B4-BE49-F238E27FC236}">
                <a16:creationId xmlns:a16="http://schemas.microsoft.com/office/drawing/2014/main" id="{265BDCD0-F7CD-6C63-D80E-A60DB83EC7E7}"/>
              </a:ext>
            </a:extLst>
          </p:cNvPr>
          <p:cNvSpPr txBox="1"/>
          <p:nvPr/>
        </p:nvSpPr>
        <p:spPr>
          <a:xfrm>
            <a:off x="8570485" y="917001"/>
            <a:ext cx="3477548" cy="1061829"/>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Students that are English learners expectedly do far worse than those who are not on reading tests. Surprisingly, English learners have a similar if not larger gape with math scores.</a:t>
            </a:r>
          </a:p>
        </p:txBody>
      </p:sp>
      <p:pic>
        <p:nvPicPr>
          <p:cNvPr id="3" name="Picture 2">
            <a:extLst>
              <a:ext uri="{FF2B5EF4-FFF2-40B4-BE49-F238E27FC236}">
                <a16:creationId xmlns:a16="http://schemas.microsoft.com/office/drawing/2014/main" id="{EE2A2BB8-3B80-413A-77A1-C7C99F0151B3}"/>
              </a:ext>
            </a:extLst>
          </p:cNvPr>
          <p:cNvPicPr>
            <a:picLocks noChangeAspect="1"/>
          </p:cNvPicPr>
          <p:nvPr/>
        </p:nvPicPr>
        <p:blipFill>
          <a:blip r:embed="rId2"/>
          <a:stretch>
            <a:fillRect/>
          </a:stretch>
        </p:blipFill>
        <p:spPr>
          <a:xfrm>
            <a:off x="57150" y="38100"/>
            <a:ext cx="8372474" cy="4701263"/>
          </a:xfrm>
          <a:prstGeom prst="rect">
            <a:avLst/>
          </a:prstGeom>
        </p:spPr>
      </p:pic>
      <p:pic>
        <p:nvPicPr>
          <p:cNvPr id="4" name="Picture 3">
            <a:extLst>
              <a:ext uri="{FF2B5EF4-FFF2-40B4-BE49-F238E27FC236}">
                <a16:creationId xmlns:a16="http://schemas.microsoft.com/office/drawing/2014/main" id="{DD527B31-5026-9E9C-EAD3-898A04C42BEB}"/>
              </a:ext>
            </a:extLst>
          </p:cNvPr>
          <p:cNvPicPr>
            <a:picLocks noChangeAspect="1"/>
          </p:cNvPicPr>
          <p:nvPr/>
        </p:nvPicPr>
        <p:blipFill>
          <a:blip r:embed="rId3"/>
          <a:stretch>
            <a:fillRect/>
          </a:stretch>
        </p:blipFill>
        <p:spPr>
          <a:xfrm>
            <a:off x="71437" y="52388"/>
            <a:ext cx="8362517" cy="4686976"/>
          </a:xfrm>
          <a:prstGeom prst="rect">
            <a:avLst/>
          </a:prstGeom>
        </p:spPr>
      </p:pic>
    </p:spTree>
    <p:extLst>
      <p:ext uri="{BB962C8B-B14F-4D97-AF65-F5344CB8AC3E}">
        <p14:creationId xmlns:p14="http://schemas.microsoft.com/office/powerpoint/2010/main" val="2706119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CD963-BCE5-6762-996E-5B6625A9AF11}"/>
            </a:ext>
          </a:extLst>
        </p:cNvPr>
        <p:cNvGrpSpPr/>
        <p:nvPr/>
      </p:nvGrpSpPr>
      <p:grpSpPr>
        <a:xfrm>
          <a:off x="0" y="0"/>
          <a:ext cx="0" cy="0"/>
          <a:chOff x="0" y="0"/>
          <a:chExt cx="0" cy="0"/>
        </a:xfrm>
      </p:grpSpPr>
      <p:sp>
        <p:nvSpPr>
          <p:cNvPr id="5" name="Slide Number Placeholder 4" hidden="1">
            <a:extLst>
              <a:ext uri="{FF2B5EF4-FFF2-40B4-BE49-F238E27FC236}">
                <a16:creationId xmlns:a16="http://schemas.microsoft.com/office/drawing/2014/main" id="{5D876FC0-3465-ED99-7B52-9B9E32C7EA8D}"/>
              </a:ext>
            </a:extLst>
          </p:cNvPr>
          <p:cNvSpPr>
            <a:spLocks noGrp="1"/>
          </p:cNvSpPr>
          <p:nvPr>
            <p:ph type="sldNum" sz="quarter" idx="12"/>
          </p:nvPr>
        </p:nvSpPr>
        <p:spPr/>
        <p:txBody>
          <a:bodyPr/>
          <a:lstStyle/>
          <a:p>
            <a:pPr>
              <a:spcAft>
                <a:spcPts val="600"/>
              </a:spcAft>
            </a:pPr>
            <a:r>
              <a:rPr lang="en-US"/>
              <a:t>|  </a:t>
            </a:r>
            <a:fld id="{97BFF72C-5ACC-BF44-8A77-29ED5F2D29E3}" type="slidenum">
              <a:rPr lang="en-US" smtClean="0"/>
              <a:pPr>
                <a:spcAft>
                  <a:spcPts val="600"/>
                </a:spcAft>
              </a:pPr>
              <a:t>10</a:t>
            </a:fld>
            <a:endParaRPr lang="en-US"/>
          </a:p>
        </p:txBody>
      </p:sp>
      <p:sp>
        <p:nvSpPr>
          <p:cNvPr id="10" name="Title 2">
            <a:extLst>
              <a:ext uri="{FF2B5EF4-FFF2-40B4-BE49-F238E27FC236}">
                <a16:creationId xmlns:a16="http://schemas.microsoft.com/office/drawing/2014/main" id="{24377FFF-C85C-D612-14E1-86990877EDFC}"/>
              </a:ext>
            </a:extLst>
          </p:cNvPr>
          <p:cNvSpPr>
            <a:spLocks noGrp="1"/>
          </p:cNvSpPr>
          <p:nvPr>
            <p:ph type="ctrTitle"/>
          </p:nvPr>
        </p:nvSpPr>
        <p:spPr>
          <a:xfrm>
            <a:off x="1" y="4788571"/>
            <a:ext cx="8372474" cy="1934344"/>
          </a:xfrm>
        </p:spPr>
        <p:txBody>
          <a:bodyPr/>
          <a:lstStyle/>
          <a:p>
            <a:r>
              <a:rPr lang="en-US" dirty="0"/>
              <a:t>2023 Comparisons</a:t>
            </a:r>
          </a:p>
        </p:txBody>
      </p:sp>
      <p:sp>
        <p:nvSpPr>
          <p:cNvPr id="11" name="TextBox 10">
            <a:extLst>
              <a:ext uri="{FF2B5EF4-FFF2-40B4-BE49-F238E27FC236}">
                <a16:creationId xmlns:a16="http://schemas.microsoft.com/office/drawing/2014/main" id="{31234C14-6C9E-3CD4-F1FF-52A48CB140E4}"/>
              </a:ext>
            </a:extLst>
          </p:cNvPr>
          <p:cNvSpPr txBox="1"/>
          <p:nvPr/>
        </p:nvSpPr>
        <p:spPr>
          <a:xfrm>
            <a:off x="8570485" y="917001"/>
            <a:ext cx="3477548" cy="5064976"/>
          </a:xfrm>
          <a:prstGeom prst="rect">
            <a:avLst/>
          </a:prstGeom>
          <a:noFill/>
        </p:spPr>
        <p:txBody>
          <a:bodyPr wrap="square" lIns="0" rtlCol="0">
            <a:spAutoFit/>
          </a:bodyPr>
          <a:lstStyle/>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This dashboard shows comparisons on various demographics in 2023.</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The </a:t>
            </a:r>
            <a:r>
              <a:rPr lang="en-US" sz="1400" dirty="0">
                <a:solidFill>
                  <a:srgbClr val="FFFFFF"/>
                </a:solidFill>
                <a:latin typeface="Gotham Office" panose="02000000000000000000" pitchFamily="2" charset="0"/>
                <a:cs typeface="Arial" panose="020B0604020202020204" pitchFamily="34" charset="0"/>
              </a:rPr>
              <a:t>average 2023 scores for math and reading are reiterated at the top of the page for easy access.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Female and male students do have differences in there testing scores, but it is not enough to be significant. </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400" dirty="0">
                <a:solidFill>
                  <a:srgbClr val="FFFFFF"/>
                </a:solidFill>
                <a:latin typeface="Gotham Office" panose="02000000000000000000" pitchFamily="2" charset="0"/>
                <a:cs typeface="Arial" panose="020B0604020202020204" pitchFamily="34" charset="0"/>
              </a:rPr>
              <a:t>The Race/Ethnicity bar charts show “Other”, which based on the ethnic makeup of America, contains primary Asian ethnicities has a large gap when compared to Hispanic and black students. White students are also close to “Other” with the same gap when compared to black and Hispanic students. This is seen in both reading and math scores.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rPr>
              <a:t>Students who are not eligible for the </a:t>
            </a:r>
            <a:r>
              <a:rPr lang="en-US" sz="1400" dirty="0">
                <a:solidFill>
                  <a:srgbClr val="FFFFFF"/>
                </a:solidFill>
                <a:latin typeface="Gotham Office" panose="02000000000000000000" pitchFamily="2" charset="0"/>
                <a:cs typeface="Arial" panose="020B0604020202020204" pitchFamily="34" charset="0"/>
              </a:rPr>
              <a:t>National School Lunch Program are more likely to score high on reading and math tests. This indicates that poor students preform lower when compared to students who are not.</a:t>
            </a:r>
            <a:endParaRPr kumimoji="0" lang="en-US" sz="1400" b="0" i="0" u="none" strike="noStrike" kern="1200" cap="none" spc="0" normalizeH="0" baseline="0" noProof="0" dirty="0">
              <a:ln>
                <a:noFill/>
              </a:ln>
              <a:solidFill>
                <a:srgbClr val="FFFFFF"/>
              </a:solidFill>
              <a:effectLst/>
              <a:uLnTx/>
              <a:uFillTx/>
              <a:latin typeface="Gotham Office" panose="02000000000000000000" pitchFamily="2" charset="0"/>
              <a:ea typeface="+mn-ea"/>
              <a:cs typeface="Arial" panose="020B0604020202020204" pitchFamily="34" charset="0"/>
            </a:endParaRPr>
          </a:p>
        </p:txBody>
      </p:sp>
      <p:pic>
        <p:nvPicPr>
          <p:cNvPr id="3" name="Picture 2">
            <a:extLst>
              <a:ext uri="{FF2B5EF4-FFF2-40B4-BE49-F238E27FC236}">
                <a16:creationId xmlns:a16="http://schemas.microsoft.com/office/drawing/2014/main" id="{5F37BAC6-DC79-E421-C1D3-BE7456278204}"/>
              </a:ext>
            </a:extLst>
          </p:cNvPr>
          <p:cNvPicPr>
            <a:picLocks noChangeAspect="1"/>
          </p:cNvPicPr>
          <p:nvPr/>
        </p:nvPicPr>
        <p:blipFill>
          <a:blip r:embed="rId2"/>
          <a:stretch>
            <a:fillRect/>
          </a:stretch>
        </p:blipFill>
        <p:spPr>
          <a:xfrm>
            <a:off x="57150" y="38100"/>
            <a:ext cx="8372474" cy="4701263"/>
          </a:xfrm>
          <a:prstGeom prst="rect">
            <a:avLst/>
          </a:prstGeom>
        </p:spPr>
      </p:pic>
      <p:pic>
        <p:nvPicPr>
          <p:cNvPr id="4" name="Picture 3">
            <a:extLst>
              <a:ext uri="{FF2B5EF4-FFF2-40B4-BE49-F238E27FC236}">
                <a16:creationId xmlns:a16="http://schemas.microsoft.com/office/drawing/2014/main" id="{9533E4D9-0D45-DCE1-AA47-C2B2044DE441}"/>
              </a:ext>
            </a:extLst>
          </p:cNvPr>
          <p:cNvPicPr>
            <a:picLocks noChangeAspect="1"/>
          </p:cNvPicPr>
          <p:nvPr/>
        </p:nvPicPr>
        <p:blipFill>
          <a:blip r:embed="rId3"/>
          <a:stretch>
            <a:fillRect/>
          </a:stretch>
        </p:blipFill>
        <p:spPr>
          <a:xfrm>
            <a:off x="61913" y="38100"/>
            <a:ext cx="8367712" cy="4702298"/>
          </a:xfrm>
          <a:prstGeom prst="rect">
            <a:avLst/>
          </a:prstGeom>
        </p:spPr>
      </p:pic>
    </p:spTree>
    <p:extLst>
      <p:ext uri="{BB962C8B-B14F-4D97-AF65-F5344CB8AC3E}">
        <p14:creationId xmlns:p14="http://schemas.microsoft.com/office/powerpoint/2010/main" val="4138990041"/>
      </p:ext>
    </p:extLst>
  </p:cSld>
  <p:clrMapOvr>
    <a:masterClrMapping/>
  </p:clrMapOvr>
</p:sld>
</file>

<file path=ppt/theme/theme1.xml><?xml version="1.0" encoding="utf-8"?>
<a:theme xmlns:a="http://schemas.openxmlformats.org/drawingml/2006/main" name="Office Theme">
  <a:themeElements>
    <a:clrScheme name="U of L_custom">
      <a:dk1>
        <a:srgbClr val="000000"/>
      </a:dk1>
      <a:lt1>
        <a:srgbClr val="FFFFFF"/>
      </a:lt1>
      <a:dk2>
        <a:srgbClr val="AC0000"/>
      </a:dk2>
      <a:lt2>
        <a:srgbClr val="FFFFFF"/>
      </a:lt2>
      <a:accent1>
        <a:srgbClr val="000000"/>
      </a:accent1>
      <a:accent2>
        <a:srgbClr val="AC0000"/>
      </a:accent2>
      <a:accent3>
        <a:srgbClr val="A5A5A5"/>
      </a:accent3>
      <a:accent4>
        <a:srgbClr val="796C53"/>
      </a:accent4>
      <a:accent5>
        <a:srgbClr val="CA932F"/>
      </a:accent5>
      <a:accent6>
        <a:srgbClr val="D9C982"/>
      </a:accent6>
      <a:hlink>
        <a:srgbClr val="FFFFFF"/>
      </a:hlink>
      <a:folHlink>
        <a:srgbClr val="2625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rtlCol="0">
        <a:spAutoFit/>
      </a:bodyPr>
      <a:lstStyle>
        <a:defPPr algn="l">
          <a:defRPr b="1" i="0" dirty="0" smtClean="0">
            <a:solidFill>
              <a:schemeClr val="bg1"/>
            </a:solidFill>
            <a:latin typeface="Arial Narrow" panose="020B0604020202020204" pitchFamily="34" charset="0"/>
            <a:cs typeface="Arial Narrow" panose="020B0604020202020204" pitchFamily="34" charset="0"/>
          </a:defRPr>
        </a:defPPr>
      </a:lstStyle>
    </a:txDef>
  </a:objectDefaults>
  <a:extraClrSchemeLst/>
  <a:extLst>
    <a:ext uri="{05A4C25C-085E-4340-85A3-A5531E510DB2}">
      <thm15:themeFamily xmlns:thm15="http://schemas.microsoft.com/office/thememl/2012/main" name="uofl-presentation-gotham.potx" id="{B919A473-7050-6740-B027-69DC293C93F8}" vid="{DA52EDDA-8F1F-664B-BEE5-AA77302038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51BCC9A30195E4FB43F67C09799BB9B" ma:contentTypeVersion="3" ma:contentTypeDescription="Create a new document." ma:contentTypeScope="" ma:versionID="5a00096eb7ca9cc326c0cc951c797300">
  <xsd:schema xmlns:xsd="http://www.w3.org/2001/XMLSchema" xmlns:xs="http://www.w3.org/2001/XMLSchema" xmlns:p="http://schemas.microsoft.com/office/2006/metadata/properties" xmlns:ns2="e6357f36-0dcc-4805-945f-bef43443435c" targetNamespace="http://schemas.microsoft.com/office/2006/metadata/properties" ma:root="true" ma:fieldsID="cc9b7ffc1f420e3e659fc6a9f2151bde" ns2:_="">
    <xsd:import namespace="e6357f36-0dcc-4805-945f-bef43443435c"/>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357f36-0dcc-4805-945f-bef4344343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44D691-BFE9-4D77-BBDD-B0448BDF30F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EB6C4C7-8525-4A9B-93C1-51CA5EEBF7D5}">
  <ds:schemaRefs>
    <ds:schemaRef ds:uri="http://schemas.microsoft.com/sharepoint/v3/contenttype/forms"/>
  </ds:schemaRefs>
</ds:datastoreItem>
</file>

<file path=customXml/itemProps3.xml><?xml version="1.0" encoding="utf-8"?>
<ds:datastoreItem xmlns:ds="http://schemas.openxmlformats.org/officeDocument/2006/customXml" ds:itemID="{4DE459F9-93E7-4B63-88C7-A96129744F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357f36-0dcc-4805-945f-bef4344343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2021 UofL Presentation Template - Gotham</Template>
  <TotalTime>174</TotalTime>
  <Words>641</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Narrow</vt:lpstr>
      <vt:lpstr>Calibri</vt:lpstr>
      <vt:lpstr>Gotham Office</vt:lpstr>
      <vt:lpstr>Office Theme</vt:lpstr>
      <vt:lpstr>National Reading and Math Test Scores Analysis</vt:lpstr>
      <vt:lpstr>Participation &amp; Inclusion Overview</vt:lpstr>
      <vt:lpstr>SD/EL Subgroup Analysis</vt:lpstr>
      <vt:lpstr>SD/EL Subgroup Analysis CONT.</vt:lpstr>
      <vt:lpstr>Student Demographics</vt:lpstr>
      <vt:lpstr>Student Demographics Cont.</vt:lpstr>
      <vt:lpstr>Student Demographics Cont.</vt:lpstr>
      <vt:lpstr>Student Demographics Cont.</vt:lpstr>
      <vt:lpstr>Student Demographics Cont.</vt:lpstr>
      <vt:lpstr>2023 Comparisons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Welsh, Alexander</dc:creator>
  <cp:keywords>presentation</cp:keywords>
  <dc:description>This templates uses Gotham Office as our base brand font. See louisville.edu/brand fore more info.</dc:description>
  <cp:lastModifiedBy>Welsh, Alexander</cp:lastModifiedBy>
  <cp:revision>1</cp:revision>
  <dcterms:created xsi:type="dcterms:W3CDTF">2025-12-04T22:37:32Z</dcterms:created>
  <dcterms:modified xsi:type="dcterms:W3CDTF">2025-12-05T01:32:01Z</dcterms:modified>
  <cp:category>presentations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0x010100751BCC9A30195E4FB43F67C09799BB9B</vt:lpwstr>
  </property>
</Properties>
</file>